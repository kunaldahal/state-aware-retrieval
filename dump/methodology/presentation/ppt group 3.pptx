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7" d="100"/>
          <a:sy n="97" d="100"/>
        </p:scale>
        <p:origin x="60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3597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10" name="Text 2"/>
          <p:cNvSpPr/>
          <p:nvPr/>
        </p:nvSpPr>
        <p:spPr>
          <a:xfrm>
            <a:off x="625327" y="147205"/>
            <a:ext cx="8151763" cy="729461"/>
          </a:xfrm>
          <a:prstGeom prst="rect">
            <a:avLst/>
          </a:prstGeom>
          <a:noFill/>
        </p:spPr>
        <p:txBody>
          <a:bodyPr wrap="square" lIns="0" tIns="0" rIns="0" bIns="0" rtlCol="0" anchor="t">
            <a:normAutofit fontScale="92500" lnSpcReduction="20000"/>
          </a:bodyPr>
          <a:lstStyle/>
          <a:p>
            <a:pPr algn="ctr">
              <a:lnSpc>
                <a:spcPct val="104000"/>
              </a:lnSpc>
            </a:pPr>
            <a:r>
              <a:rPr lang="en-US" sz="2800" dirty="0">
                <a:solidFill>
                  <a:srgbClr val="020202"/>
                </a:solidFill>
                <a:latin typeface="Times New Roman" panose="02020603050405020304" pitchFamily="18" charset="0"/>
                <a:cs typeface="Times New Roman" panose="02020603050405020304" pitchFamily="18" charset="0"/>
              </a:rPr>
              <a:t>Sikkim Institute of Science and Technology</a:t>
            </a:r>
            <a:br>
              <a:rPr lang="en-US" sz="2800" dirty="0">
                <a:solidFill>
                  <a:srgbClr val="020202"/>
                </a:solidFill>
                <a:latin typeface="Times New Roman" panose="02020603050405020304" pitchFamily="18" charset="0"/>
                <a:cs typeface="Times New Roman" panose="02020603050405020304" pitchFamily="18" charset="0"/>
              </a:rPr>
            </a:br>
            <a:r>
              <a:rPr lang="en-US" sz="2800" dirty="0">
                <a:solidFill>
                  <a:srgbClr val="020202"/>
                </a:solidFill>
                <a:latin typeface="Times New Roman" panose="02020603050405020304" pitchFamily="18" charset="0"/>
                <a:cs typeface="Times New Roman" panose="02020603050405020304" pitchFamily="18" charset="0"/>
              </a:rPr>
              <a:t>Synopsis Presentation </a:t>
            </a:r>
            <a:endParaRPr lang="en-US" sz="2800" dirty="0">
              <a:latin typeface="Times New Roman" panose="02020603050405020304" pitchFamily="18" charset="0"/>
              <a:cs typeface="Times New Roman" panose="02020603050405020304" pitchFamily="18" charset="0"/>
            </a:endParaRPr>
          </a:p>
        </p:txBody>
      </p:sp>
      <p:pic>
        <p:nvPicPr>
          <p:cNvPr id="11" name="object 7"/>
          <p:cNvPicPr/>
          <p:nvPr/>
        </p:nvPicPr>
        <p:blipFill>
          <a:blip r:embed="rId3" cstate="print"/>
          <a:stretch>
            <a:fillRect/>
          </a:stretch>
        </p:blipFill>
        <p:spPr>
          <a:xfrm>
            <a:off x="3783230" y="994961"/>
            <a:ext cx="1378317" cy="1317929"/>
          </a:xfrm>
          <a:prstGeom prst="rect">
            <a:avLst/>
          </a:prstGeom>
        </p:spPr>
      </p:pic>
      <p:sp>
        <p:nvSpPr>
          <p:cNvPr id="13" name="Text 2"/>
          <p:cNvSpPr/>
          <p:nvPr/>
        </p:nvSpPr>
        <p:spPr>
          <a:xfrm>
            <a:off x="227541" y="2440324"/>
            <a:ext cx="8489694" cy="632809"/>
          </a:xfrm>
          <a:prstGeom prst="rect">
            <a:avLst/>
          </a:prstGeom>
          <a:noFill/>
        </p:spPr>
        <p:txBody>
          <a:bodyPr wrap="square" lIns="0" tIns="0" rIns="0" bIns="0" rtlCol="0" anchor="t">
            <a:normAutofit/>
          </a:bodyPr>
          <a:lstStyle/>
          <a:p>
            <a:pPr marL="0" indent="0" algn="ctr">
              <a:lnSpc>
                <a:spcPct val="104000"/>
              </a:lnSpc>
              <a:buNone/>
            </a:pPr>
            <a:r>
              <a:rPr lang="en-US" sz="2400" b="1" dirty="0">
                <a:solidFill>
                  <a:srgbClr val="020202"/>
                </a:solidFill>
                <a:latin typeface="Times New Roman" panose="02020603050405020304" pitchFamily="18" charset="0"/>
                <a:ea typeface="PT Serif" panose="020A0603040505020204" pitchFamily="34" charset="-122"/>
                <a:cs typeface="Times New Roman" panose="02020603050405020304" pitchFamily="18" charset="0"/>
              </a:rPr>
              <a:t>Topic</a:t>
            </a:r>
            <a:r>
              <a:rPr lang="en-US" sz="2400" dirty="0">
                <a:solidFill>
                  <a:srgbClr val="020202"/>
                </a:solidFill>
                <a:latin typeface="Times New Roman" panose="02020603050405020304" pitchFamily="18" charset="0"/>
                <a:ea typeface="PT Serif" panose="020A0603040505020204" pitchFamily="34" charset="-122"/>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14" name="Text 2"/>
          <p:cNvSpPr/>
          <p:nvPr/>
        </p:nvSpPr>
        <p:spPr>
          <a:xfrm>
            <a:off x="397691" y="2840936"/>
            <a:ext cx="8489694" cy="632809"/>
          </a:xfrm>
          <a:prstGeom prst="rect">
            <a:avLst/>
          </a:prstGeom>
          <a:noFill/>
        </p:spPr>
        <p:txBody>
          <a:bodyPr wrap="square" lIns="0" tIns="0" rIns="0" bIns="0" rtlCol="0" anchor="t">
            <a:normAutofit lnSpcReduction="10000"/>
          </a:bodyPr>
          <a:lstStyle/>
          <a:p>
            <a:pPr marL="0" indent="0" algn="ctr">
              <a:lnSpc>
                <a:spcPct val="104000"/>
              </a:lnSpc>
              <a:buNone/>
            </a:pPr>
            <a:r>
              <a:rPr lang="en-US" sz="2000" b="1" dirty="0" smtClean="0">
                <a:solidFill>
                  <a:srgbClr val="020202"/>
                </a:solidFill>
                <a:latin typeface="Times New Roman" panose="02020603050405020304" pitchFamily="18" charset="0"/>
                <a:ea typeface="PT Serif" panose="020A0603040505020204" pitchFamily="34" charset="-122"/>
                <a:cs typeface="Times New Roman" panose="02020603050405020304" pitchFamily="18" charset="0"/>
              </a:rPr>
              <a:t>Gap-Aware Retrieval (GAR): Adaptive Retrieval Using Information Gaps and Existing Evidence</a:t>
            </a:r>
            <a:endParaRPr lang="en-US" sz="2400" dirty="0">
              <a:latin typeface="Times New Roman" panose="02020603050405020304" pitchFamily="18" charset="0"/>
              <a:cs typeface="Times New Roman" panose="02020603050405020304" pitchFamily="18" charset="0"/>
            </a:endParaRPr>
          </a:p>
        </p:txBody>
      </p:sp>
      <p:sp>
        <p:nvSpPr>
          <p:cNvPr id="15" name="object 10"/>
          <p:cNvSpPr txBox="1"/>
          <p:nvPr/>
        </p:nvSpPr>
        <p:spPr>
          <a:xfrm>
            <a:off x="1043720" y="4029377"/>
            <a:ext cx="3251835" cy="752129"/>
          </a:xfrm>
          <a:prstGeom prst="rect">
            <a:avLst/>
          </a:prstGeom>
        </p:spPr>
        <p:txBody>
          <a:bodyPr vert="horz" wrap="square" lIns="0" tIns="13335" rIns="0" bIns="0" rtlCol="0">
            <a:spAutoFit/>
          </a:bodyPr>
          <a:lstStyle/>
          <a:p>
            <a:pPr marL="356870" indent="-344170">
              <a:spcBef>
                <a:spcPts val="105"/>
              </a:spcBef>
              <a:buFontTx/>
              <a:buAutoNum type="arabicPeriod"/>
              <a:tabLst>
                <a:tab pos="356870" algn="l"/>
              </a:tabLst>
            </a:pPr>
            <a:r>
              <a:rPr lang="en-US" sz="1600" dirty="0" err="1">
                <a:latin typeface="Times New Roman" panose="02020603050405020304"/>
                <a:cs typeface="Times New Roman" panose="02020603050405020304"/>
              </a:rPr>
              <a:t>Kunal</a:t>
            </a:r>
            <a:r>
              <a:rPr lang="en-US" sz="1600" dirty="0">
                <a:latin typeface="Times New Roman" panose="02020603050405020304"/>
                <a:cs typeface="Times New Roman" panose="02020603050405020304"/>
              </a:rPr>
              <a:t> </a:t>
            </a:r>
            <a:r>
              <a:rPr lang="en-US" sz="1600" dirty="0" err="1">
                <a:latin typeface="Times New Roman" panose="02020603050405020304"/>
                <a:cs typeface="Times New Roman" panose="02020603050405020304"/>
              </a:rPr>
              <a:t>Dahal</a:t>
            </a:r>
            <a:r>
              <a:rPr lang="en-US" sz="1600" spc="-10" dirty="0">
                <a:latin typeface="Times New Roman" panose="02020603050405020304"/>
                <a:cs typeface="Times New Roman" panose="02020603050405020304"/>
              </a:rPr>
              <a:t>(23CSEC17)</a:t>
            </a:r>
            <a:endParaRPr lang="en-US" sz="1600" dirty="0">
              <a:latin typeface="Times New Roman" panose="02020603050405020304"/>
              <a:cs typeface="Times New Roman" panose="02020603050405020304"/>
            </a:endParaRPr>
          </a:p>
          <a:p>
            <a:pPr marL="356870" indent="-344170">
              <a:lnSpc>
                <a:spcPct val="100000"/>
              </a:lnSpc>
              <a:buAutoNum type="arabicPeriod"/>
              <a:tabLst>
                <a:tab pos="356870" algn="l"/>
              </a:tabLst>
            </a:pPr>
            <a:r>
              <a:rPr lang="en-US" sz="1600" spc="-40" dirty="0" err="1" smtClean="0">
                <a:latin typeface="Times New Roman" panose="02020603050405020304"/>
                <a:cs typeface="Times New Roman" panose="02020603050405020304"/>
              </a:rPr>
              <a:t>Aniket</a:t>
            </a:r>
            <a:r>
              <a:rPr lang="en-US" sz="1600" spc="-40" dirty="0" smtClean="0">
                <a:latin typeface="Times New Roman" panose="02020603050405020304"/>
                <a:cs typeface="Times New Roman" panose="02020603050405020304"/>
              </a:rPr>
              <a:t> </a:t>
            </a:r>
            <a:r>
              <a:rPr lang="en-US" sz="1600" spc="-40" dirty="0">
                <a:latin typeface="Times New Roman" panose="02020603050405020304"/>
                <a:cs typeface="Times New Roman" panose="02020603050405020304"/>
              </a:rPr>
              <a:t>Manger</a:t>
            </a:r>
            <a:r>
              <a:rPr sz="1600" spc="-40" dirty="0">
                <a:latin typeface="Times New Roman" panose="02020603050405020304"/>
                <a:cs typeface="Times New Roman" panose="02020603050405020304"/>
              </a:rPr>
              <a:t> </a:t>
            </a:r>
            <a:r>
              <a:rPr sz="1600" spc="-10" dirty="0">
                <a:latin typeface="Times New Roman" panose="02020603050405020304"/>
                <a:cs typeface="Times New Roman" panose="02020603050405020304"/>
              </a:rPr>
              <a:t>(2</a:t>
            </a:r>
            <a:r>
              <a:rPr lang="en-US" sz="1600" spc="-10" dirty="0">
                <a:latin typeface="Times New Roman" panose="02020603050405020304"/>
                <a:cs typeface="Times New Roman" panose="02020603050405020304"/>
              </a:rPr>
              <a:t>3</a:t>
            </a:r>
            <a:r>
              <a:rPr sz="1600" spc="-10" dirty="0">
                <a:latin typeface="Times New Roman" panose="02020603050405020304"/>
                <a:cs typeface="Times New Roman" panose="02020603050405020304"/>
              </a:rPr>
              <a:t>CSEC</a:t>
            </a:r>
            <a:r>
              <a:rPr lang="en-US" sz="1600" spc="-10" dirty="0">
                <a:latin typeface="Times New Roman" panose="02020603050405020304"/>
                <a:cs typeface="Times New Roman" panose="02020603050405020304"/>
              </a:rPr>
              <a:t>23</a:t>
            </a:r>
            <a:r>
              <a:rPr sz="1600" spc="-10" dirty="0" smtClean="0">
                <a:latin typeface="Times New Roman" panose="02020603050405020304"/>
                <a:cs typeface="Times New Roman" panose="02020603050405020304"/>
              </a:rPr>
              <a:t>)</a:t>
            </a:r>
            <a:endParaRPr lang="en-US" sz="1600" spc="-10" dirty="0" smtClean="0">
              <a:latin typeface="Times New Roman" panose="02020603050405020304"/>
              <a:cs typeface="Times New Roman" panose="02020603050405020304"/>
            </a:endParaRPr>
          </a:p>
          <a:p>
            <a:pPr marL="356870" indent="-344170">
              <a:buFontTx/>
              <a:buAutoNum type="arabicPeriod"/>
              <a:tabLst>
                <a:tab pos="356870" algn="l"/>
              </a:tabLst>
            </a:pPr>
            <a:r>
              <a:rPr lang="en-US" sz="1600" dirty="0" err="1">
                <a:latin typeface="Times New Roman" panose="02020603050405020304"/>
                <a:cs typeface="Times New Roman" panose="02020603050405020304"/>
              </a:rPr>
              <a:t>Suman</a:t>
            </a:r>
            <a:r>
              <a:rPr lang="en-US" sz="1600" dirty="0">
                <a:latin typeface="Times New Roman" panose="02020603050405020304"/>
                <a:cs typeface="Times New Roman" panose="02020603050405020304"/>
              </a:rPr>
              <a:t> </a:t>
            </a:r>
            <a:r>
              <a:rPr lang="en-US" sz="1600" dirty="0" err="1">
                <a:latin typeface="Times New Roman" panose="02020603050405020304"/>
                <a:cs typeface="Times New Roman" panose="02020603050405020304"/>
              </a:rPr>
              <a:t>Chettri</a:t>
            </a:r>
            <a:r>
              <a:rPr lang="en-US" sz="1600" spc="-10" dirty="0">
                <a:latin typeface="Times New Roman" panose="02020603050405020304"/>
                <a:cs typeface="Times New Roman" panose="02020603050405020304"/>
              </a:rPr>
              <a:t>(23CSEC44</a:t>
            </a:r>
            <a:r>
              <a:rPr lang="en-US" sz="1600" spc="-10" dirty="0" smtClean="0">
                <a:latin typeface="Times New Roman" panose="02020603050405020304"/>
                <a:cs typeface="Times New Roman" panose="02020603050405020304"/>
              </a:rPr>
              <a:t>)</a:t>
            </a:r>
            <a:endParaRPr lang="en-US" sz="1600" dirty="0">
              <a:latin typeface="Times New Roman" panose="02020603050405020304"/>
              <a:cs typeface="Times New Roman" panose="02020603050405020304"/>
            </a:endParaRPr>
          </a:p>
        </p:txBody>
      </p:sp>
      <p:sp>
        <p:nvSpPr>
          <p:cNvPr id="16" name="object 9"/>
          <p:cNvSpPr txBox="1"/>
          <p:nvPr/>
        </p:nvSpPr>
        <p:spPr>
          <a:xfrm>
            <a:off x="1043720" y="3674321"/>
            <a:ext cx="1390650" cy="300355"/>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a:cs typeface="Times New Roman" panose="02020603050405020304"/>
              </a:rPr>
              <a:t>Presented</a:t>
            </a:r>
            <a:r>
              <a:rPr sz="1800" b="1" spc="-65" dirty="0">
                <a:latin typeface="Times New Roman" panose="02020603050405020304"/>
                <a:cs typeface="Times New Roman" panose="02020603050405020304"/>
              </a:rPr>
              <a:t> </a:t>
            </a:r>
            <a:r>
              <a:rPr sz="1800" b="1" spc="-25" dirty="0">
                <a:latin typeface="Times New Roman" panose="02020603050405020304"/>
                <a:cs typeface="Times New Roman" panose="02020603050405020304"/>
              </a:rPr>
              <a:t>By:</a:t>
            </a:r>
            <a:endParaRPr sz="1800" dirty="0">
              <a:latin typeface="Times New Roman" panose="02020603050405020304"/>
              <a:cs typeface="Times New Roman" panose="02020603050405020304"/>
            </a:endParaRPr>
          </a:p>
        </p:txBody>
      </p:sp>
      <p:sp>
        <p:nvSpPr>
          <p:cNvPr id="17" name="object 11"/>
          <p:cNvSpPr txBox="1"/>
          <p:nvPr/>
        </p:nvSpPr>
        <p:spPr>
          <a:xfrm>
            <a:off x="5750028" y="3951049"/>
            <a:ext cx="2594113" cy="843180"/>
          </a:xfrm>
          <a:prstGeom prst="rect">
            <a:avLst/>
          </a:prstGeom>
        </p:spPr>
        <p:txBody>
          <a:bodyPr vert="horz" wrap="square" lIns="0" tIns="12065" rIns="0" bIns="0" rtlCol="0">
            <a:spAutoFit/>
          </a:bodyPr>
          <a:lstStyle/>
          <a:p>
            <a:pPr marL="12700" marR="5080">
              <a:lnSpc>
                <a:spcPct val="100000"/>
              </a:lnSpc>
              <a:spcBef>
                <a:spcPts val="10"/>
              </a:spcBef>
            </a:pPr>
            <a:r>
              <a:rPr lang="en-US" sz="1800" dirty="0">
                <a:latin typeface="Times New Roman" panose="02020603050405020304"/>
                <a:cs typeface="Times New Roman" panose="02020603050405020304"/>
              </a:rPr>
              <a:t>Mr. Anmol </a:t>
            </a:r>
            <a:r>
              <a:rPr lang="en-US" dirty="0">
                <a:latin typeface="Times New Roman" panose="02020603050405020304"/>
                <a:cs typeface="Times New Roman" panose="02020603050405020304"/>
              </a:rPr>
              <a:t>P</a:t>
            </a:r>
            <a:r>
              <a:rPr lang="en-US" sz="1800" dirty="0">
                <a:latin typeface="Times New Roman" panose="02020603050405020304"/>
                <a:cs typeface="Times New Roman" panose="02020603050405020304"/>
              </a:rPr>
              <a:t>anday</a:t>
            </a:r>
            <a:br>
              <a:rPr lang="en-US" sz="1800" dirty="0">
                <a:latin typeface="Times New Roman" panose="02020603050405020304"/>
                <a:cs typeface="Times New Roman" panose="02020603050405020304"/>
              </a:rPr>
            </a:br>
            <a:r>
              <a:rPr lang="en-US" sz="1800" dirty="0">
                <a:latin typeface="Times New Roman" panose="02020603050405020304"/>
                <a:cs typeface="Times New Roman" panose="02020603050405020304"/>
              </a:rPr>
              <a:t>Assistant</a:t>
            </a:r>
            <a:r>
              <a:rPr lang="en-US" sz="1800" spc="-5" dirty="0">
                <a:latin typeface="Times New Roman" panose="02020603050405020304"/>
                <a:cs typeface="Times New Roman" panose="02020603050405020304"/>
              </a:rPr>
              <a:t> </a:t>
            </a:r>
            <a:r>
              <a:rPr lang="en-US" sz="1800" spc="-10" dirty="0">
                <a:latin typeface="Times New Roman" panose="02020603050405020304"/>
                <a:cs typeface="Times New Roman" panose="02020603050405020304"/>
              </a:rPr>
              <a:t>Professor </a:t>
            </a:r>
            <a:r>
              <a:rPr lang="en-US" sz="1800" dirty="0">
                <a:latin typeface="Times New Roman" panose="02020603050405020304"/>
                <a:cs typeface="Times New Roman" panose="02020603050405020304"/>
              </a:rPr>
              <a:t>(Computer</a:t>
            </a:r>
            <a:r>
              <a:rPr lang="en-US" sz="1800" spc="-25" dirty="0">
                <a:latin typeface="Times New Roman" panose="02020603050405020304"/>
                <a:cs typeface="Times New Roman" panose="02020603050405020304"/>
              </a:rPr>
              <a:t> </a:t>
            </a:r>
            <a:r>
              <a:rPr lang="en-US" sz="1800" spc="-10" dirty="0">
                <a:latin typeface="Times New Roman" panose="02020603050405020304"/>
                <a:cs typeface="Times New Roman" panose="02020603050405020304"/>
              </a:rPr>
              <a:t>Engineering)</a:t>
            </a:r>
            <a:endParaRPr lang="en-US" sz="1800" dirty="0">
              <a:latin typeface="Times New Roman" panose="02020603050405020304"/>
              <a:cs typeface="Times New Roman" panose="02020603050405020304"/>
            </a:endParaRPr>
          </a:p>
        </p:txBody>
      </p:sp>
      <p:sp>
        <p:nvSpPr>
          <p:cNvPr id="18" name="TextBox 17"/>
          <p:cNvSpPr txBox="1"/>
          <p:nvPr/>
        </p:nvSpPr>
        <p:spPr>
          <a:xfrm>
            <a:off x="5545491" y="3587278"/>
            <a:ext cx="2194155" cy="369332"/>
          </a:xfrm>
          <a:prstGeom prst="rect">
            <a:avLst/>
          </a:prstGeom>
          <a:noFill/>
        </p:spPr>
        <p:txBody>
          <a:bodyPr wrap="square" rtlCol="0">
            <a:spAutoFit/>
          </a:bodyPr>
          <a:lstStyle/>
          <a:p>
            <a:r>
              <a:rPr lang="en-US" b="1" dirty="0">
                <a:latin typeface="Times New Roman" panose="02020603050405020304"/>
                <a:cs typeface="Times New Roman" panose="02020603050405020304"/>
              </a:rPr>
              <a:t>Project</a:t>
            </a:r>
            <a:r>
              <a:rPr lang="en-US" b="1" spc="-70" dirty="0">
                <a:latin typeface="Times New Roman" panose="02020603050405020304"/>
                <a:cs typeface="Times New Roman" panose="02020603050405020304"/>
              </a:rPr>
              <a:t> </a:t>
            </a:r>
            <a:r>
              <a:rPr lang="en-US" b="1" dirty="0">
                <a:latin typeface="Times New Roman" panose="02020603050405020304"/>
                <a:cs typeface="Times New Roman" panose="02020603050405020304"/>
              </a:rPr>
              <a:t>Guide</a:t>
            </a:r>
            <a:r>
              <a:rPr lang="en-US" b="1" spc="-50" dirty="0">
                <a:latin typeface="Times New Roman" panose="02020603050405020304"/>
                <a:cs typeface="Times New Roman" panose="02020603050405020304"/>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marL="0" indent="0" algn="ctr">
              <a:buNone/>
            </a:pPr>
            <a:r>
              <a:rPr lang="en-US" sz="2800" b="1" dirty="0">
                <a:solidFill>
                  <a:srgbClr val="020202"/>
                </a:solidFill>
                <a:latin typeface="Times New Roman" pitchFamily="34" charset="0"/>
                <a:ea typeface="Times New Roman" pitchFamily="34" charset="-122"/>
                <a:cs typeface="Times New Roman" pitchFamily="34" charset="-120"/>
              </a:rPr>
              <a:t>Abstract</a:t>
            </a:r>
            <a:endParaRPr lang="en-US" sz="2800" dirty="0"/>
          </a:p>
        </p:txBody>
      </p:sp>
      <p:sp>
        <p:nvSpPr>
          <p:cNvPr id="3" name="Text 1"/>
          <p:cNvSpPr txBox="1"/>
          <p:nvPr/>
        </p:nvSpPr>
        <p:spPr>
          <a:xfrm>
            <a:off x="411480" y="1143000"/>
            <a:ext cx="8321040" cy="3611880"/>
          </a:xfrm>
          <a:prstGeom prst="rect">
            <a:avLst/>
          </a:prstGeom>
          <a:noFill/>
          <a:ln/>
        </p:spPr>
        <p:txBody>
          <a:bodyPr wrap="square" lIns="0" tIns="0" rIns="0" bIns="0" rtlCol="0" anchor="t"/>
          <a:lstStyle/>
          <a:p>
            <a:pPr marL="0" indent="0" algn="just">
              <a:lnSpc>
                <a:spcPct val="125000"/>
              </a:lnSpc>
              <a:buNone/>
            </a:pPr>
            <a:r>
              <a:rPr lang="en-US" sz="1350" b="1" dirty="0">
                <a:solidFill>
                  <a:srgbClr val="020202"/>
                </a:solidFill>
                <a:latin typeface="Times New Roman" pitchFamily="34" charset="0"/>
                <a:ea typeface="Times New Roman" pitchFamily="34" charset="-122"/>
                <a:cs typeface="Times New Roman" pitchFamily="34" charset="-120"/>
              </a:rPr>
              <a:t>Gap-Aware Retrieval (GAR) </a:t>
            </a:r>
            <a:r>
              <a:rPr lang="en-US" sz="1350" dirty="0">
                <a:solidFill>
                  <a:srgbClr val="020202"/>
                </a:solidFill>
                <a:latin typeface="Times New Roman" pitchFamily="34" charset="0"/>
                <a:ea typeface="Times New Roman" pitchFamily="34" charset="-122"/>
                <a:cs typeface="Times New Roman" pitchFamily="34" charset="-120"/>
              </a:rPr>
              <a:t>is a retrieval method built for multi-step, information-seeking tasks, developed within the MIGRES framework. At each step, MIGRES provides the current question, the evidence collected so far, and the information still missing. Standard retrievers often keep returning documents that match the question but add nothing new. GAR addresses this by ranking documents on three factors: relevance to the missing information, how much of that information they cover, and how new they are compared to existing evidence. It uses a fixed sentence embedding model, approximate nearest neighbor search, and a weighted scoring function to combine these factors. GAR is evaluated against BM25, DPR, Contriever, ColBERTv2, and SPLADE on retrieval quality, answer quality, component contribution, efficiency, and reproducibility, to determine whether modeling the information gap improves iterative retrieval.</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marL="0" indent="0" algn="ctr">
              <a:buNone/>
            </a:pPr>
            <a:r>
              <a:rPr lang="en-US" sz="2800" b="1" dirty="0">
                <a:solidFill>
                  <a:srgbClr val="020202"/>
                </a:solidFill>
                <a:latin typeface="Times New Roman" pitchFamily="34" charset="0"/>
                <a:ea typeface="Times New Roman" pitchFamily="34" charset="-122"/>
                <a:cs typeface="Times New Roman" pitchFamily="34" charset="-120"/>
              </a:rPr>
              <a:t>Introduction</a:t>
            </a:r>
            <a:endParaRPr lang="en-US" sz="2800" dirty="0"/>
          </a:p>
        </p:txBody>
      </p:sp>
      <p:sp>
        <p:nvSpPr>
          <p:cNvPr id="3" name="Text 1"/>
          <p:cNvSpPr txBox="1"/>
          <p:nvPr/>
        </p:nvSpPr>
        <p:spPr>
          <a:xfrm>
            <a:off x="411480" y="1143000"/>
            <a:ext cx="8321040" cy="3566160"/>
          </a:xfrm>
          <a:prstGeom prst="rect">
            <a:avLst/>
          </a:prstGeom>
          <a:noFill/>
          <a:ln/>
        </p:spPr>
        <p:txBody>
          <a:bodyPr wrap="square" lIns="0" tIns="0" rIns="0" bIns="0" rtlCol="0" anchor="t"/>
          <a:lstStyle/>
          <a:p>
            <a:pPr marL="0" indent="0" algn="just">
              <a:lnSpc>
                <a:spcPct val="125000"/>
              </a:lnSpc>
              <a:buNone/>
            </a:pPr>
            <a:r>
              <a:rPr lang="en-US" sz="1400" dirty="0">
                <a:solidFill>
                  <a:srgbClr val="020202"/>
                </a:solidFill>
                <a:latin typeface="Times New Roman" pitchFamily="34" charset="0"/>
                <a:ea typeface="Times New Roman" pitchFamily="34" charset="-122"/>
                <a:cs typeface="Times New Roman" pitchFamily="34" charset="-120"/>
              </a:rPr>
              <a:t>Retrieval-Augmented Generation (RAG) combines a language model with document search, so the quality of retrieved documents strongly affects the final answer. Standard retrieval mainly matches documents to the original query, which is limiting for multi-hop questions that require combining information across documents. After an initial search, some information is found while other information remains missing, and further searches based only on the original query tend to return similar results. The MIGRES framework addresses this by identifying missing information after each search step and using it to guide the next retrieval. Related work has explored similar directions, such as measuring whether new documents add genuinely new information (Relevant Information Gain, InfoGain-RAG), assessing source reliability, and efficient matching methods like ColBERTv2. Building on these ideas, this project investigates Gap-Aware Retrieval (GAR), to determine whether the current information gap and previously collected evidence can jointly guide iterative retrieval.</a:t>
            </a:r>
            <a:r>
              <a:rPr lang="en-US" sz="1400" dirty="0" smtClean="0">
                <a:solidFill>
                  <a:srgbClr val="020202"/>
                </a:solidFill>
                <a:latin typeface="Times New Roman" pitchFamily="34" charset="0"/>
                <a:ea typeface="Times New Roman" pitchFamily="34" charset="-122"/>
                <a:cs typeface="Times New Roman" pitchFamily="34" charset="-120"/>
              </a:rPr>
              <a:t/>
            </a:r>
            <a:r>
              <a:rPr lang="en-US" sz="1400" dirty="0">
                <a:solidFill>
                  <a:srgbClr val="020202"/>
                </a:solidFill>
                <a:latin typeface="Times New Roman" pitchFamily="34" charset="0"/>
                <a:ea typeface="Times New Roman" pitchFamily="34" charset="-122"/>
                <a:cs typeface="Times New Roman" pitchFamily="34" charset="-120"/>
              </a:rPr>
              <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marL="0" indent="0" algn="ctr">
              <a:buNone/>
            </a:pPr>
            <a:r>
              <a:rPr lang="en-US" sz="2600" b="1" dirty="0">
                <a:solidFill>
                  <a:srgbClr val="020202"/>
                </a:solidFill>
                <a:latin typeface="Times New Roman" pitchFamily="34" charset="0"/>
                <a:ea typeface="Times New Roman" pitchFamily="34" charset="-122"/>
                <a:cs typeface="Times New Roman" pitchFamily="34" charset="-120"/>
              </a:rPr>
              <a:t>Literature Survey</a:t>
            </a:r>
            <a:endParaRPr lang="en-US" sz="2600" dirty="0"/>
          </a:p>
        </p:txBody>
      </p:sp>
      <p:sp>
        <p:nvSpPr>
          <p:cNvPr id="3" name="Text 1"/>
          <p:cNvSpPr txBox="1"/>
          <p:nvPr/>
        </p:nvSpPr>
        <p:spPr>
          <a:xfrm>
            <a:off x="411480" y="914400"/>
            <a:ext cx="8321040" cy="274320"/>
          </a:xfrm>
          <a:prstGeom prst="rect">
            <a:avLst/>
          </a:prstGeom>
          <a:noFill/>
          <a:ln/>
        </p:spPr>
        <p:txBody>
          <a:bodyPr wrap="square" lIns="0" tIns="0" rIns="0" bIns="0" rtlCol="0" anchor="ctr"/>
          <a:lstStyle/>
          <a:p>
            <a:pPr marL="0" indent="0">
              <a:buNone/>
            </a:pPr>
            <a:r>
              <a:rPr lang="en-US" sz="1300" b="1" i="1" dirty="0">
                <a:solidFill>
                  <a:srgbClr val="020202"/>
                </a:solidFill>
                <a:latin typeface="Times New Roman" pitchFamily="34" charset="0"/>
                <a:ea typeface="Times New Roman" pitchFamily="34" charset="-122"/>
                <a:cs typeface="Times New Roman" pitchFamily="34" charset="-120"/>
              </a:rPr>
              <a:t>Literature Survey 1</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3635892345"/>
              </p:ext>
            </p:extLst>
          </p:nvPr>
        </p:nvGraphicFramePr>
        <p:xfrm>
          <a:off x="411480" y="1234440"/>
          <a:ext cx="8321040" cy="3523488"/>
        </p:xfrm>
        <a:graphic>
          <a:graphicData uri="http://schemas.openxmlformats.org/drawingml/2006/table">
            <a:tbl>
              <a:tblPr/>
              <a:tblGrid>
                <a:gridCol w="1600200">
                  <a:extLst>
                    <a:ext uri="{9D8B030D-6E8A-4147-A177-3AD203B41FA5}">
                      <a16:colId xmlns:a16="http://schemas.microsoft.com/office/drawing/2014/main" val="20000"/>
                    </a:ext>
                  </a:extLst>
                </a:gridCol>
                <a:gridCol w="6720840">
                  <a:extLst>
                    <a:ext uri="{9D8B030D-6E8A-4147-A177-3AD203B41FA5}">
                      <a16:colId xmlns:a16="http://schemas.microsoft.com/office/drawing/2014/main" val="20001"/>
                    </a:ext>
                  </a:extLst>
                </a:gridCol>
              </a:tblGrid>
              <a:tr h="384048">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Name of paper</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LLMs Know What They Need: Leveraging a Missing Information Guided Framework to Empower Retrieval-Augmented Generation</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84048">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Authors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Keheng Wang, Feiyu Duan, Peiguang Li, Sirui Wang, Xunliang Cai</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1"/>
                  </a:ext>
                </a:extLst>
              </a:tr>
              <a:tr h="45720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Publication Details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Proceedings of the 31st International Conference on Computational Linguistics (COLING), 2025, pp. 2379–2400</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Research Findings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Shows LLMs can spot missing information in retrieved text. Introduces MIGRES, which uses that gap to build a better next query, with filtering to remove unhelpful content.</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3"/>
                  </a:ext>
                </a:extLst>
              </a:tr>
              <a:tr h="77724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Research Gap</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Results still depend on query and retriever quality. Irrelevant passages can still score high, making evidence selection hard.</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580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Relevance with Our Work</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MIGRES is the base framework this project builds on to improve the retrieval step.</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marL="0" indent="0" algn="ctr">
              <a:buNone/>
            </a:pPr>
            <a:r>
              <a:rPr lang="en-US" sz="2600" b="1" dirty="0">
                <a:solidFill>
                  <a:srgbClr val="020202"/>
                </a:solidFill>
                <a:latin typeface="Times New Roman" pitchFamily="34" charset="0"/>
                <a:ea typeface="Times New Roman" pitchFamily="34" charset="-122"/>
                <a:cs typeface="Times New Roman" pitchFamily="34" charset="-120"/>
              </a:rPr>
              <a:t>Literature Survey</a:t>
            </a:r>
            <a:endParaRPr lang="en-US" sz="2600" dirty="0"/>
          </a:p>
        </p:txBody>
      </p:sp>
      <p:sp>
        <p:nvSpPr>
          <p:cNvPr id="3" name="Text 1"/>
          <p:cNvSpPr txBox="1"/>
          <p:nvPr/>
        </p:nvSpPr>
        <p:spPr>
          <a:xfrm>
            <a:off x="411480" y="914400"/>
            <a:ext cx="8321040" cy="274320"/>
          </a:xfrm>
          <a:prstGeom prst="rect">
            <a:avLst/>
          </a:prstGeom>
          <a:noFill/>
          <a:ln/>
        </p:spPr>
        <p:txBody>
          <a:bodyPr wrap="square" lIns="0" tIns="0" rIns="0" bIns="0" rtlCol="0" anchor="ctr"/>
          <a:lstStyle/>
          <a:p>
            <a:pPr marL="0" indent="0">
              <a:buNone/>
            </a:pPr>
            <a:r>
              <a:rPr lang="en-US" sz="1300" b="1" i="1" dirty="0">
                <a:solidFill>
                  <a:srgbClr val="020202"/>
                </a:solidFill>
                <a:latin typeface="Times New Roman" pitchFamily="34" charset="0"/>
                <a:ea typeface="Times New Roman" pitchFamily="34" charset="-122"/>
                <a:cs typeface="Times New Roman" pitchFamily="34" charset="-120"/>
              </a:rPr>
              <a:t>Literature Survey 2</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2296124377"/>
              </p:ext>
            </p:extLst>
          </p:nvPr>
        </p:nvGraphicFramePr>
        <p:xfrm>
          <a:off x="411480" y="1234440"/>
          <a:ext cx="8321040" cy="3465576"/>
        </p:xfrm>
        <a:graphic>
          <a:graphicData uri="http://schemas.openxmlformats.org/drawingml/2006/table">
            <a:tbl>
              <a:tblPr/>
              <a:tblGrid>
                <a:gridCol w="1600200">
                  <a:extLst>
                    <a:ext uri="{9D8B030D-6E8A-4147-A177-3AD203B41FA5}">
                      <a16:colId xmlns:a16="http://schemas.microsoft.com/office/drawing/2014/main" val="20000"/>
                    </a:ext>
                  </a:extLst>
                </a:gridCol>
                <a:gridCol w="6720840">
                  <a:extLst>
                    <a:ext uri="{9D8B030D-6E8A-4147-A177-3AD203B41FA5}">
                      <a16:colId xmlns:a16="http://schemas.microsoft.com/office/drawing/2014/main" val="20001"/>
                    </a:ext>
                  </a:extLst>
                </a:gridCol>
              </a:tblGrid>
              <a:tr h="384048">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Name of paper</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Better RAG using Relevant Information Gain</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84048">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Authors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Marc Pickett, Jeremy Hartman, Ayan Kumar Bhowmick, Raquib-ul Alam, Aditya Vempaty</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1"/>
                  </a:ext>
                </a:extLst>
              </a:tr>
              <a:tr h="45720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Publication Details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arXiv preprint, 2024</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Research Findings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Introduces a Relevant Information Gain score to measure how much useful, non-repeated information a set of documents gives. Proposes Dartboard retrieval, which picks diverse documents and beats existing methods on the RGB benchmark.</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3"/>
                  </a:ext>
                </a:extLst>
              </a:tr>
              <a:tr h="77724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Research Gap</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Built for a single search, not for how scoring should change across multiple retrieval steps.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580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Relevance with Our Work</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Useful basis for weighing usefulness and redundancy when picking documents.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marL="0" indent="0" algn="ctr">
              <a:buNone/>
            </a:pPr>
            <a:r>
              <a:rPr lang="en-US" sz="2600" b="1" dirty="0">
                <a:solidFill>
                  <a:srgbClr val="020202"/>
                </a:solidFill>
                <a:latin typeface="Times New Roman" pitchFamily="34" charset="0"/>
                <a:ea typeface="Times New Roman" pitchFamily="34" charset="-122"/>
                <a:cs typeface="Times New Roman" pitchFamily="34" charset="-120"/>
              </a:rPr>
              <a:t>Literature Survey</a:t>
            </a:r>
            <a:endParaRPr lang="en-US" sz="2600" dirty="0"/>
          </a:p>
        </p:txBody>
      </p:sp>
      <p:sp>
        <p:nvSpPr>
          <p:cNvPr id="3" name="Text 1"/>
          <p:cNvSpPr txBox="1"/>
          <p:nvPr/>
        </p:nvSpPr>
        <p:spPr>
          <a:xfrm>
            <a:off x="411480" y="914400"/>
            <a:ext cx="8321040" cy="274320"/>
          </a:xfrm>
          <a:prstGeom prst="rect">
            <a:avLst/>
          </a:prstGeom>
          <a:noFill/>
          <a:ln/>
        </p:spPr>
        <p:txBody>
          <a:bodyPr wrap="square" lIns="0" tIns="0" rIns="0" bIns="0" rtlCol="0" anchor="ctr"/>
          <a:lstStyle/>
          <a:p>
            <a:pPr marL="0" indent="0">
              <a:buNone/>
            </a:pPr>
            <a:r>
              <a:rPr lang="en-US" sz="1300" b="1" i="1" dirty="0">
                <a:solidFill>
                  <a:srgbClr val="020202"/>
                </a:solidFill>
                <a:latin typeface="Times New Roman" pitchFamily="34" charset="0"/>
                <a:ea typeface="Times New Roman" pitchFamily="34" charset="-122"/>
                <a:cs typeface="Times New Roman" pitchFamily="34" charset="-120"/>
              </a:rPr>
              <a:t>Literature Survey 3</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3394302185"/>
              </p:ext>
            </p:extLst>
          </p:nvPr>
        </p:nvGraphicFramePr>
        <p:xfrm>
          <a:off x="411480" y="1234440"/>
          <a:ext cx="8321040" cy="3523488"/>
        </p:xfrm>
        <a:graphic>
          <a:graphicData uri="http://schemas.openxmlformats.org/drawingml/2006/table">
            <a:tbl>
              <a:tblPr/>
              <a:tblGrid>
                <a:gridCol w="1600200">
                  <a:extLst>
                    <a:ext uri="{9D8B030D-6E8A-4147-A177-3AD203B41FA5}">
                      <a16:colId xmlns:a16="http://schemas.microsoft.com/office/drawing/2014/main" val="20000"/>
                    </a:ext>
                  </a:extLst>
                </a:gridCol>
                <a:gridCol w="6720840">
                  <a:extLst>
                    <a:ext uri="{9D8B030D-6E8A-4147-A177-3AD203B41FA5}">
                      <a16:colId xmlns:a16="http://schemas.microsoft.com/office/drawing/2014/main" val="20001"/>
                    </a:ext>
                  </a:extLst>
                </a:gridCol>
              </a:tblGrid>
              <a:tr h="384048">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Name of paper</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InfoGain-RAG: Boosting Retrieval-Augmented Generation through Document Information Gain-based Reranking and Filtering</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84048">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Authors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Zihan Wang, Zihan Liang, Zhou Shao, Yufei Ma, Huangyu Dai, Ben Chen, et al.</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1"/>
                  </a:ext>
                </a:extLst>
              </a:tr>
              <a:tr h="45720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Publication Details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Proceedings of EMNLP 2025, pp. 7190–7204</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Research Findings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Introduces Document Information Gain (DIG), which scores a document by how much it improves the model's confidence in the answer. Used to train a reranker that improves answer quality across benchmarks.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3"/>
                  </a:ext>
                </a:extLst>
              </a:tr>
              <a:tr h="77724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Research Gap</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Tested only on text, not other data types. DIG shows usefulness but not factual correctness, and the reranker is small due to compute limits.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580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Relevance with Our Work</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Supports using a document's contribution to the answer as a selection factor.</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marL="0" indent="0" algn="ctr">
              <a:buNone/>
            </a:pPr>
            <a:r>
              <a:rPr lang="en-US" sz="2600" b="1" dirty="0">
                <a:solidFill>
                  <a:srgbClr val="020202"/>
                </a:solidFill>
                <a:latin typeface="Times New Roman" pitchFamily="34" charset="0"/>
                <a:ea typeface="Times New Roman" pitchFamily="34" charset="-122"/>
                <a:cs typeface="Times New Roman" pitchFamily="34" charset="-120"/>
              </a:rPr>
              <a:t>Literature Survey</a:t>
            </a:r>
            <a:endParaRPr lang="en-US" sz="2600" dirty="0"/>
          </a:p>
        </p:txBody>
      </p:sp>
      <p:sp>
        <p:nvSpPr>
          <p:cNvPr id="3" name="Text 1"/>
          <p:cNvSpPr txBox="1"/>
          <p:nvPr/>
        </p:nvSpPr>
        <p:spPr>
          <a:xfrm>
            <a:off x="411480" y="914400"/>
            <a:ext cx="8321040" cy="274320"/>
          </a:xfrm>
          <a:prstGeom prst="rect">
            <a:avLst/>
          </a:prstGeom>
          <a:noFill/>
          <a:ln/>
        </p:spPr>
        <p:txBody>
          <a:bodyPr wrap="square" lIns="0" tIns="0" rIns="0" bIns="0" rtlCol="0" anchor="ctr"/>
          <a:lstStyle/>
          <a:p>
            <a:pPr marL="0" indent="0">
              <a:buNone/>
            </a:pPr>
            <a:r>
              <a:rPr lang="en-US" sz="1300" b="1" i="1" dirty="0">
                <a:solidFill>
                  <a:srgbClr val="020202"/>
                </a:solidFill>
                <a:latin typeface="Times New Roman" pitchFamily="34" charset="0"/>
                <a:ea typeface="Times New Roman" pitchFamily="34" charset="-122"/>
                <a:cs typeface="Times New Roman" pitchFamily="34" charset="-120"/>
              </a:rPr>
              <a:t>Literature Survey 4</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3119879987"/>
              </p:ext>
            </p:extLst>
          </p:nvPr>
        </p:nvGraphicFramePr>
        <p:xfrm>
          <a:off x="411480" y="1234440"/>
          <a:ext cx="8321040" cy="3465576"/>
        </p:xfrm>
        <a:graphic>
          <a:graphicData uri="http://schemas.openxmlformats.org/drawingml/2006/table">
            <a:tbl>
              <a:tblPr/>
              <a:tblGrid>
                <a:gridCol w="1600200">
                  <a:extLst>
                    <a:ext uri="{9D8B030D-6E8A-4147-A177-3AD203B41FA5}">
                      <a16:colId xmlns:a16="http://schemas.microsoft.com/office/drawing/2014/main" val="20000"/>
                    </a:ext>
                  </a:extLst>
                </a:gridCol>
                <a:gridCol w="6720840">
                  <a:extLst>
                    <a:ext uri="{9D8B030D-6E8A-4147-A177-3AD203B41FA5}">
                      <a16:colId xmlns:a16="http://schemas.microsoft.com/office/drawing/2014/main" val="20001"/>
                    </a:ext>
                  </a:extLst>
                </a:gridCol>
              </a:tblGrid>
              <a:tr h="384048">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Name of paper</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Retrieval-Augmented Generation with Estimation of Source Reliability</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84048">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Authors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Jeongyeon Hwang, Junyoung Park, Hyejin Park, Dongwoo Kim, Sangdon Park, Jungseul Ok</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1"/>
                  </a:ext>
                </a:extLst>
              </a:tr>
              <a:tr h="45720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Publication Details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Proceedings of EMNLP 2025, pp. 34279–34303</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Research Findings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Shows relevance alone can let unreliable sources affect answers. Proposes RA-RAG, which checks source reliability across sources and combines results with Weighted Majority Voting, improving as more sources are added.</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3"/>
                  </a:ext>
                </a:extLst>
              </a:tr>
              <a:tr h="77724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Research Gap</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Harder to check reliability with few sources, mainly tested on news claims, and reliability is estimated offline.</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580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Relevance with Our Work</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Shows factors beyond relevance, like reliability, can guide document selection.</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marL="0" indent="0" algn="ctr">
              <a:buNone/>
            </a:pPr>
            <a:r>
              <a:rPr lang="en-US" sz="2600" b="1" dirty="0">
                <a:solidFill>
                  <a:srgbClr val="020202"/>
                </a:solidFill>
                <a:latin typeface="Times New Roman" pitchFamily="34" charset="0"/>
                <a:ea typeface="Times New Roman" pitchFamily="34" charset="-122"/>
                <a:cs typeface="Times New Roman" pitchFamily="34" charset="-120"/>
              </a:rPr>
              <a:t>Literature Survey</a:t>
            </a:r>
            <a:endParaRPr lang="en-US" sz="2600" dirty="0"/>
          </a:p>
        </p:txBody>
      </p:sp>
      <p:sp>
        <p:nvSpPr>
          <p:cNvPr id="3" name="Text 1"/>
          <p:cNvSpPr txBox="1"/>
          <p:nvPr/>
        </p:nvSpPr>
        <p:spPr>
          <a:xfrm>
            <a:off x="411480" y="914400"/>
            <a:ext cx="8321040" cy="274320"/>
          </a:xfrm>
          <a:prstGeom prst="rect">
            <a:avLst/>
          </a:prstGeom>
          <a:noFill/>
          <a:ln/>
        </p:spPr>
        <p:txBody>
          <a:bodyPr wrap="square" lIns="0" tIns="0" rIns="0" bIns="0" rtlCol="0" anchor="ctr"/>
          <a:lstStyle/>
          <a:p>
            <a:pPr marL="0" indent="0">
              <a:buNone/>
            </a:pPr>
            <a:r>
              <a:rPr lang="en-US" sz="1300" b="1" i="1" dirty="0">
                <a:solidFill>
                  <a:srgbClr val="020202"/>
                </a:solidFill>
                <a:latin typeface="Times New Roman" pitchFamily="34" charset="0"/>
                <a:ea typeface="Times New Roman" pitchFamily="34" charset="-122"/>
                <a:cs typeface="Times New Roman" pitchFamily="34" charset="-120"/>
              </a:rPr>
              <a:t>Literature Survey 5</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406230064"/>
              </p:ext>
            </p:extLst>
          </p:nvPr>
        </p:nvGraphicFramePr>
        <p:xfrm>
          <a:off x="411480" y="1234440"/>
          <a:ext cx="8321040" cy="3465576"/>
        </p:xfrm>
        <a:graphic>
          <a:graphicData uri="http://schemas.openxmlformats.org/drawingml/2006/table">
            <a:tbl>
              <a:tblPr/>
              <a:tblGrid>
                <a:gridCol w="1600200">
                  <a:extLst>
                    <a:ext uri="{9D8B030D-6E8A-4147-A177-3AD203B41FA5}">
                      <a16:colId xmlns:a16="http://schemas.microsoft.com/office/drawing/2014/main" val="20000"/>
                    </a:ext>
                  </a:extLst>
                </a:gridCol>
                <a:gridCol w="6720840">
                  <a:extLst>
                    <a:ext uri="{9D8B030D-6E8A-4147-A177-3AD203B41FA5}">
                      <a16:colId xmlns:a16="http://schemas.microsoft.com/office/drawing/2014/main" val="20001"/>
                    </a:ext>
                  </a:extLst>
                </a:gridCol>
              </a:tblGrid>
              <a:tr h="384048">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Name of paper</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ColBERTv2: Effective and Efficient Retrieval via Lightweight Late Interaction</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84048">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Authors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Keshav Santhanam, Omar Khattab, Jon Saad-Falcon, Christopher Potts, Matei Zaharia</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1"/>
                  </a:ext>
                </a:extLst>
              </a:tr>
              <a:tr h="45720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Publication Details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Proceedings of NAACL 2022, pp. 3715–3734</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Research Findings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ColBERTv2 compares queries and documents at the token level, uses compression to cut storage, and improves training by reducing false negatives, giving strong results with less storage than ColBERT.</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3"/>
                  </a:ext>
                </a:extLst>
              </a:tr>
              <a:tr h="77724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Research Gap</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Still needs token-level storage per document, and is not built for retrieval with a changing information need.</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580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Relevance with Our Work</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Used as an established neural retrieval baseline for comparison.</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marL="0" indent="0" algn="ctr">
              <a:buNone/>
            </a:pPr>
            <a:r>
              <a:rPr lang="en-US" sz="2800" b="1" dirty="0">
                <a:solidFill>
                  <a:srgbClr val="020202"/>
                </a:solidFill>
                <a:latin typeface="Times New Roman" pitchFamily="34" charset="0"/>
                <a:ea typeface="Times New Roman" pitchFamily="34" charset="-122"/>
                <a:cs typeface="Times New Roman" pitchFamily="34" charset="-120"/>
              </a:rPr>
              <a:t>Problem Definition</a:t>
            </a:r>
            <a:endParaRPr lang="en-US" sz="2800" dirty="0"/>
          </a:p>
        </p:txBody>
      </p:sp>
      <p:sp>
        <p:nvSpPr>
          <p:cNvPr id="3" name="Text 1"/>
          <p:cNvSpPr txBox="1"/>
          <p:nvPr/>
        </p:nvSpPr>
        <p:spPr>
          <a:xfrm>
            <a:off x="411480" y="1188720"/>
            <a:ext cx="8321040" cy="35204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400" dirty="0">
                <a:solidFill>
                  <a:srgbClr val="020202"/>
                </a:solidFill>
                <a:latin typeface="Times New Roman" pitchFamily="34" charset="0"/>
                <a:ea typeface="Times New Roman" pitchFamily="34" charset="-122"/>
                <a:cs typeface="Times New Roman" pitchFamily="34" charset="-120"/>
              </a:rPr>
              <a:t>In iterative RAG, conventional retrieval may repeatedly retrieve documents that are relevant to the original query but contain information that has already been obtained. This can lead to redundant retrieval and reduce the usefulness of later retrieval steps.</a:t>
            </a:r>
            <a:endParaRPr lang="en-US" sz="1400" dirty="0"/>
          </a:p>
          <a:p>
            <a:pPr marL="342900" indent="-342900">
              <a:lnSpc>
                <a:spcPct val="115000"/>
              </a:lnSpc>
              <a:spcAft>
                <a:spcPts val="1000"/>
              </a:spcAft>
              <a:buSzPct val="100000"/>
              <a:buChar char="•"/>
            </a:pPr>
            <a:r>
              <a:rPr lang="en-US" sz="1400" dirty="0">
                <a:solidFill>
                  <a:srgbClr val="020202"/>
                </a:solidFill>
                <a:latin typeface="Times New Roman" pitchFamily="34" charset="0"/>
                <a:ea typeface="Times New Roman" pitchFamily="34" charset="-122"/>
                <a:cs typeface="Times New Roman" pitchFamily="34" charset="-120"/>
              </a:rPr>
              <a:t>The information required to answer a multi-hop question can change as new evidence is collected. Existing retrieval methods may not sufficiently use the current missing information when selecting documents for the next retrieval step.</a:t>
            </a:r>
            <a:endParaRPr lang="en-US" sz="1400" dirty="0"/>
          </a:p>
          <a:p>
            <a:pPr marL="342900" indent="-342900">
              <a:lnSpc>
                <a:spcPct val="115000"/>
              </a:lnSpc>
              <a:spcAft>
                <a:spcPts val="1000"/>
              </a:spcAft>
              <a:buSzPct val="100000"/>
              <a:buChar char="•"/>
            </a:pPr>
            <a:r>
              <a:rPr lang="en-US" sz="1400" dirty="0">
                <a:solidFill>
                  <a:srgbClr val="020202"/>
                </a:solidFill>
                <a:latin typeface="Times New Roman" pitchFamily="34" charset="0"/>
                <a:ea typeface="Times New Roman" pitchFamily="34" charset="-122"/>
                <a:cs typeface="Times New Roman" pitchFamily="34" charset="-120"/>
              </a:rPr>
              <a:t>Previously retrieved evidence can contain information that is already available to the system. A retrieval mechanism is therefore needed to consider the collected evidence along with the remaining information requirement when selecting further documents.</a:t>
            </a:r>
            <a:endParaRPr lang="en-US" sz="1400" dirty="0"/>
          </a:p>
          <a:p>
            <a:pPr marL="342900" indent="-342900">
              <a:lnSpc>
                <a:spcPct val="115000"/>
              </a:lnSpc>
              <a:spcAft>
                <a:spcPts val="1000"/>
              </a:spcAft>
              <a:buSzPct val="100000"/>
              <a:buChar char="•"/>
            </a:pPr>
            <a:r>
              <a:rPr lang="en-US" sz="1400" dirty="0">
                <a:solidFill>
                  <a:srgbClr val="020202"/>
                </a:solidFill>
                <a:latin typeface="Times New Roman" pitchFamily="34" charset="0"/>
                <a:ea typeface="Times New Roman" pitchFamily="34" charset="-122"/>
                <a:cs typeface="Times New Roman" pitchFamily="34" charset="-120"/>
              </a:rPr>
              <a:t>The effectiveness of using the current information gap and previously collected evidence for iterative retrieval needs to be experimentally investigated and compared with existing retrieval approaches.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marL="0" indent="0" algn="ctr">
              <a:buNone/>
            </a:pPr>
            <a:r>
              <a:rPr lang="en-US" sz="2800" b="1" dirty="0">
                <a:solidFill>
                  <a:srgbClr val="020202"/>
                </a:solidFill>
                <a:latin typeface="Times New Roman" pitchFamily="34" charset="0"/>
                <a:ea typeface="Times New Roman" pitchFamily="34" charset="-122"/>
                <a:cs typeface="Times New Roman" pitchFamily="34" charset="-120"/>
              </a:rPr>
              <a:t>Objectives</a:t>
            </a:r>
            <a:endParaRPr lang="en-US" sz="2800" dirty="0"/>
          </a:p>
        </p:txBody>
      </p:sp>
      <p:sp>
        <p:nvSpPr>
          <p:cNvPr id="3" name="Text 1"/>
          <p:cNvSpPr txBox="1"/>
          <p:nvPr/>
        </p:nvSpPr>
        <p:spPr>
          <a:xfrm>
            <a:off x="411480" y="1188720"/>
            <a:ext cx="8321040" cy="35204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400" dirty="0">
                <a:solidFill>
                  <a:srgbClr val="020202"/>
                </a:solidFill>
                <a:latin typeface="Times New Roman" pitchFamily="34" charset="0"/>
                <a:ea typeface="Times New Roman" pitchFamily="34" charset="-122"/>
                <a:cs typeface="Times New Roman" pitchFamily="34" charset="-120"/>
              </a:rPr>
              <a:t>To investigate methods for reducing redundant retrieval of information that has already been obtained.</a:t>
            </a:r>
            <a:endParaRPr lang="en-US" sz="1400" dirty="0"/>
          </a:p>
          <a:p>
            <a:pPr marL="342900" indent="-342900">
              <a:lnSpc>
                <a:spcPct val="115000"/>
              </a:lnSpc>
              <a:spcAft>
                <a:spcPts val="1000"/>
              </a:spcAft>
              <a:buSzPct val="100000"/>
              <a:buChar char="•"/>
            </a:pPr>
            <a:r>
              <a:rPr lang="en-US" sz="1400" dirty="0">
                <a:solidFill>
                  <a:srgbClr val="020202"/>
                </a:solidFill>
                <a:latin typeface="Times New Roman" pitchFamily="34" charset="0"/>
                <a:ea typeface="Times New Roman" pitchFamily="34" charset="-122"/>
                <a:cs typeface="Times New Roman" pitchFamily="34" charset="-120"/>
              </a:rPr>
              <a:t>To study and incorporate the current missing information as a factor in selecting documents during iterative retrieval.</a:t>
            </a:r>
            <a:endParaRPr lang="en-US" sz="1400" dirty="0"/>
          </a:p>
          <a:p>
            <a:pPr marL="342900" indent="-342900">
              <a:lnSpc>
                <a:spcPct val="115000"/>
              </a:lnSpc>
              <a:spcAft>
                <a:spcPts val="1000"/>
              </a:spcAft>
              <a:buSzPct val="100000"/>
              <a:buChar char="•"/>
            </a:pPr>
            <a:r>
              <a:rPr lang="en-US" sz="1400" dirty="0">
                <a:solidFill>
                  <a:srgbClr val="020202"/>
                </a:solidFill>
                <a:latin typeface="Times New Roman" pitchFamily="34" charset="0"/>
                <a:ea typeface="Times New Roman" pitchFamily="34" charset="-122"/>
                <a:cs typeface="Times New Roman" pitchFamily="34" charset="-120"/>
              </a:rPr>
              <a:t>To investigate how previously collected evidence can be considered when selecting documents for subsequent retrieval steps.</a:t>
            </a:r>
            <a:endParaRPr lang="en-US" sz="1400" dirty="0"/>
          </a:p>
          <a:p>
            <a:pPr marL="342900" indent="-342900">
              <a:lnSpc>
                <a:spcPct val="115000"/>
              </a:lnSpc>
              <a:spcAft>
                <a:spcPts val="1000"/>
              </a:spcAft>
              <a:buSzPct val="100000"/>
              <a:buChar char="•"/>
            </a:pPr>
            <a:r>
              <a:rPr lang="en-US" sz="1400" dirty="0">
                <a:solidFill>
                  <a:srgbClr val="020202"/>
                </a:solidFill>
                <a:latin typeface="Times New Roman" pitchFamily="34" charset="0"/>
                <a:ea typeface="Times New Roman" pitchFamily="34" charset="-122"/>
                <a:cs typeface="Times New Roman" pitchFamily="34" charset="-120"/>
              </a:rPr>
              <a:t>To evaluate the effectiveness of the developed retrieval approach against existing retrieval methods using suitable retrieval and question-answering measures.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marL="0" indent="0" algn="ctr">
              <a:buNone/>
            </a:pPr>
            <a:r>
              <a:rPr lang="en-US" sz="2400" b="1" dirty="0">
                <a:solidFill>
                  <a:srgbClr val="020202"/>
                </a:solidFill>
                <a:latin typeface="Times New Roman" pitchFamily="34" charset="0"/>
                <a:ea typeface="Times New Roman" pitchFamily="34" charset="-122"/>
                <a:cs typeface="Times New Roman" pitchFamily="34" charset="-120"/>
              </a:rPr>
              <a:t>Solution Strategy: GAR Overview</a:t>
            </a:r>
            <a:endParaRPr lang="en-US" sz="2400" dirty="0"/>
          </a:p>
        </p:txBody>
      </p:sp>
      <p:sp>
        <p:nvSpPr>
          <p:cNvPr id="3" name="Text 1"/>
          <p:cNvSpPr txBox="1"/>
          <p:nvPr/>
        </p:nvSpPr>
        <p:spPr>
          <a:xfrm>
            <a:off x="411480" y="1143000"/>
            <a:ext cx="8321040" cy="1188720"/>
          </a:xfrm>
          <a:prstGeom prst="rect">
            <a:avLst/>
          </a:prstGeom>
          <a:noFill/>
          <a:ln/>
        </p:spPr>
        <p:txBody>
          <a:bodyPr wrap="square" lIns="0" tIns="0" rIns="0" bIns="0" rtlCol="0" anchor="t"/>
          <a:lstStyle/>
          <a:p>
            <a:pPr marL="0" indent="0" algn="just">
              <a:lnSpc>
                <a:spcPct val="125000"/>
              </a:lnSpc>
              <a:buNone/>
            </a:pPr>
            <a:r>
              <a:rPr lang="en-US" sz="1350" dirty="0">
                <a:solidFill>
                  <a:srgbClr val="020202"/>
                </a:solidFill>
                <a:latin typeface="Times New Roman" pitchFamily="34" charset="0"/>
                <a:ea typeface="Times New Roman" pitchFamily="34" charset="-122"/>
                <a:cs typeface="Times New Roman" pitchFamily="34" charset="-120"/>
              </a:rPr>
              <a:t>Gap-Aware Retrieval (GAR) is an iterative retrieval approach that, at each step, considers the original question, the information still missing, and the evidence already collected, moving beyond simple relevance matching toward documents that provide new, useful information.</a:t>
            </a:r>
            <a:endParaRPr lang="en-US" sz="1350" dirty="0"/>
          </a:p>
        </p:txBody>
      </p:sp>
      <p:sp>
        <p:nvSpPr>
          <p:cNvPr id="4" name="Text 2"/>
          <p:cNvSpPr txBox="1"/>
          <p:nvPr/>
        </p:nvSpPr>
        <p:spPr>
          <a:xfrm>
            <a:off x="411480" y="2331720"/>
            <a:ext cx="8321040" cy="274320"/>
          </a:xfrm>
          <a:prstGeom prst="rect">
            <a:avLst/>
          </a:prstGeom>
          <a:noFill/>
          <a:ln/>
        </p:spPr>
        <p:txBody>
          <a:bodyPr wrap="square" lIns="0" tIns="0" rIns="0" bIns="0" rtlCol="0" anchor="ctr"/>
          <a:lstStyle/>
          <a:p>
            <a:pPr marL="0" indent="0">
              <a:buNone/>
            </a:pPr>
            <a:r>
              <a:rPr lang="en-US" sz="1400" b="1" dirty="0">
                <a:solidFill>
                  <a:srgbClr val="020202"/>
                </a:solidFill>
                <a:latin typeface="Times New Roman" pitchFamily="34" charset="0"/>
                <a:ea typeface="Times New Roman" pitchFamily="34" charset="-122"/>
                <a:cs typeface="Times New Roman" pitchFamily="34" charset="-120"/>
              </a:rPr>
              <a:t>The solution strategy follows four steps:</a:t>
            </a:r>
            <a:endParaRPr lang="en-US" sz="1400" dirty="0"/>
          </a:p>
        </p:txBody>
      </p:sp>
      <p:sp>
        <p:nvSpPr>
          <p:cNvPr id="5" name="Text 3"/>
          <p:cNvSpPr txBox="1"/>
          <p:nvPr/>
        </p:nvSpPr>
        <p:spPr>
          <a:xfrm>
            <a:off x="411480" y="2651760"/>
            <a:ext cx="8321040" cy="210312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300" dirty="0">
                <a:solidFill>
                  <a:srgbClr val="020202"/>
                </a:solidFill>
                <a:latin typeface="Times New Roman" pitchFamily="34" charset="0"/>
                <a:ea typeface="Times New Roman" pitchFamily="34" charset="-122"/>
                <a:cs typeface="Times New Roman" pitchFamily="34" charset="-120"/>
              </a:rPr>
              <a:t>Reduce redundant retrieval: prioritize documents that provide new information over repeated content.</a:t>
            </a:r>
            <a:endParaRPr lang="en-US" sz="1300" dirty="0"/>
          </a:p>
          <a:p>
            <a:pPr marL="342900" indent="-342900">
              <a:lnSpc>
                <a:spcPct val="115000"/>
              </a:lnSpc>
              <a:spcAft>
                <a:spcPts val="1000"/>
              </a:spcAft>
              <a:buSzPct val="100000"/>
              <a:buChar char="•"/>
            </a:pPr>
            <a:r>
              <a:rPr lang="en-US" sz="1300" dirty="0">
                <a:solidFill>
                  <a:srgbClr val="020202"/>
                </a:solidFill>
                <a:latin typeface="Times New Roman" pitchFamily="34" charset="0"/>
                <a:ea typeface="Times New Roman" pitchFamily="34" charset="-122"/>
                <a:cs typeface="Times New Roman" pitchFamily="34" charset="-120"/>
              </a:rPr>
              <a:t>Focus on missing information: use the current information gap to prioritize documents that address it.</a:t>
            </a:r>
            <a:endParaRPr lang="en-US" sz="1300" dirty="0"/>
          </a:p>
          <a:p>
            <a:pPr marL="342900" indent="-342900">
              <a:lnSpc>
                <a:spcPct val="115000"/>
              </a:lnSpc>
              <a:spcAft>
                <a:spcPts val="1000"/>
              </a:spcAft>
              <a:buSzPct val="100000"/>
              <a:buChar char="•"/>
            </a:pPr>
            <a:r>
              <a:rPr lang="en-US" sz="1300" dirty="0">
                <a:solidFill>
                  <a:srgbClr val="020202"/>
                </a:solidFill>
                <a:latin typeface="Times New Roman" pitchFamily="34" charset="0"/>
                <a:ea typeface="Times New Roman" pitchFamily="34" charset="-122"/>
                <a:cs typeface="Times New Roman" pitchFamily="34" charset="-120"/>
              </a:rPr>
              <a:t>Consider existing evidence: use collected evidence when ranking documents for the next step.</a:t>
            </a:r>
            <a:endParaRPr lang="en-US" sz="1300" dirty="0"/>
          </a:p>
          <a:p>
            <a:pPr marL="342900" indent="-342900">
              <a:lnSpc>
                <a:spcPct val="115000"/>
              </a:lnSpc>
              <a:spcAft>
                <a:spcPts val="1000"/>
              </a:spcAft>
              <a:buSzPct val="100000"/>
              <a:buChar char="•"/>
            </a:pPr>
            <a:r>
              <a:rPr lang="en-US" sz="1300" dirty="0">
                <a:solidFill>
                  <a:srgbClr val="020202"/>
                </a:solidFill>
                <a:latin typeface="Times New Roman" pitchFamily="34" charset="0"/>
                <a:ea typeface="Times New Roman" pitchFamily="34" charset="-122"/>
                <a:cs typeface="Times New Roman" pitchFamily="34" charset="-120"/>
              </a:rPr>
              <a:t>Evaluate retrieval performance: compare against established retrieval methods under consistent settings.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marL="0" indent="0" algn="ctr">
              <a:buNone/>
            </a:pPr>
            <a:r>
              <a:rPr lang="en-US" sz="2200" b="1" dirty="0">
                <a:solidFill>
                  <a:srgbClr val="020202"/>
                </a:solidFill>
                <a:latin typeface="Times New Roman" pitchFamily="34" charset="0"/>
                <a:ea typeface="Times New Roman" pitchFamily="34" charset="-122"/>
                <a:cs typeface="Times New Roman" pitchFamily="34" charset="-120"/>
              </a:rPr>
              <a:t>Architecture: GAR within MIGRES</a:t>
            </a:r>
            <a:endParaRPr lang="en-US" sz="2200" dirty="0"/>
          </a:p>
        </p:txBody>
      </p:sp>
      <p:sp>
        <p:nvSpPr>
          <p:cNvPr id="3" name="Text 1"/>
          <p:cNvSpPr txBox="1"/>
          <p:nvPr/>
        </p:nvSpPr>
        <p:spPr>
          <a:xfrm>
            <a:off x="411480" y="1051560"/>
            <a:ext cx="2514600" cy="457200"/>
          </a:xfrm>
          <a:prstGeom prst="rect">
            <a:avLst/>
          </a:prstGeom>
          <a:solidFill>
            <a:srgbClr val="FFFFFF"/>
          </a:solidFill>
          <a:ln w="15875">
            <a:solidFill>
              <a:srgbClr val="4472C4"/>
            </a:solidFill>
          </a:ln>
        </p:spPr>
        <p:txBody>
          <a:bodyPr wrap="square" lIns="12700" tIns="12700" rIns="12700" bIns="12700" rtlCol="0" anchor="ctr"/>
          <a:lstStyle/>
          <a:p>
            <a:pPr marL="0" indent="0" algn="ctr">
              <a:buNone/>
            </a:pPr>
            <a:r>
              <a:rPr lang="en-US" sz="1050" dirty="0">
                <a:solidFill>
                  <a:srgbClr val="020202"/>
                </a:solidFill>
                <a:latin typeface="Times New Roman" pitchFamily="34" charset="0"/>
                <a:ea typeface="Times New Roman" pitchFamily="34" charset="-122"/>
                <a:cs typeface="Times New Roman" pitchFamily="34" charset="-120"/>
              </a:rPr>
              <a:t>Question q  +  Gap Gt</a:t>
            </a:r>
            <a:endParaRPr lang="en-US" sz="1050" dirty="0"/>
          </a:p>
        </p:txBody>
      </p:sp>
      <p:sp>
        <p:nvSpPr>
          <p:cNvPr id="4" name="Text 2"/>
          <p:cNvSpPr txBox="1"/>
          <p:nvPr/>
        </p:nvSpPr>
        <p:spPr>
          <a:xfrm>
            <a:off x="3063240" y="1051560"/>
            <a:ext cx="2514600" cy="457200"/>
          </a:xfrm>
          <a:prstGeom prst="rect">
            <a:avLst/>
          </a:prstGeom>
          <a:solidFill>
            <a:srgbClr val="FFFFFF"/>
          </a:solidFill>
          <a:ln w="15875">
            <a:solidFill>
              <a:srgbClr val="4472C4"/>
            </a:solidFill>
          </a:ln>
        </p:spPr>
        <p:txBody>
          <a:bodyPr wrap="square" lIns="12700" tIns="12700" rIns="12700" bIns="12700" rtlCol="0" anchor="ctr"/>
          <a:lstStyle/>
          <a:p>
            <a:pPr marL="0" indent="0" algn="ctr">
              <a:buNone/>
            </a:pPr>
            <a:r>
              <a:rPr lang="en-US" sz="1050" dirty="0">
                <a:solidFill>
                  <a:srgbClr val="020202"/>
                </a:solidFill>
                <a:latin typeface="Times New Roman" pitchFamily="34" charset="0"/>
                <a:ea typeface="Times New Roman" pitchFamily="34" charset="-122"/>
                <a:cs typeface="Times New Roman" pitchFamily="34" charset="-120"/>
              </a:rPr>
              <a:t>Evidence Et</a:t>
            </a:r>
            <a:endParaRPr lang="en-US" sz="1050" dirty="0"/>
          </a:p>
        </p:txBody>
      </p:sp>
      <p:sp>
        <p:nvSpPr>
          <p:cNvPr id="5" name="Text 3"/>
          <p:cNvSpPr txBox="1"/>
          <p:nvPr/>
        </p:nvSpPr>
        <p:spPr>
          <a:xfrm>
            <a:off x="5715000" y="1051560"/>
            <a:ext cx="3017520" cy="457200"/>
          </a:xfrm>
          <a:prstGeom prst="rect">
            <a:avLst/>
          </a:prstGeom>
          <a:solidFill>
            <a:srgbClr val="FFFFFF"/>
          </a:solidFill>
          <a:ln w="15875">
            <a:solidFill>
              <a:srgbClr val="4472C4"/>
            </a:solidFill>
          </a:ln>
        </p:spPr>
        <p:txBody>
          <a:bodyPr wrap="square" lIns="12700" tIns="12700" rIns="12700" bIns="12700" rtlCol="0" anchor="ctr"/>
          <a:lstStyle/>
          <a:p>
            <a:pPr marL="0" indent="0" algn="ctr">
              <a:buNone/>
            </a:pPr>
            <a:r>
              <a:rPr lang="en-US" sz="1050" dirty="0">
                <a:solidFill>
                  <a:srgbClr val="020202"/>
                </a:solidFill>
                <a:latin typeface="Times New Roman" pitchFamily="34" charset="0"/>
                <a:ea typeface="Times New Roman" pitchFamily="34" charset="-122"/>
                <a:cs typeface="Times New Roman" pitchFamily="34" charset="-120"/>
              </a:rPr>
              <a:t>Document Corpus D</a:t>
            </a:r>
            <a:endParaRPr lang="en-US" sz="1050" dirty="0"/>
          </a:p>
        </p:txBody>
      </p:sp>
      <p:sp>
        <p:nvSpPr>
          <p:cNvPr id="6" name="Shape 4"/>
          <p:cNvSpPr/>
          <p:nvPr/>
        </p:nvSpPr>
        <p:spPr>
          <a:xfrm>
            <a:off x="4572000" y="1508760"/>
            <a:ext cx="0" cy="201168"/>
          </a:xfrm>
          <a:prstGeom prst="line">
            <a:avLst/>
          </a:prstGeom>
          <a:noFill/>
          <a:ln w="15875">
            <a:solidFill>
              <a:srgbClr val="595959"/>
            </a:solidFill>
            <a:prstDash val="solid"/>
            <a:tailEnd type="triangle"/>
          </a:ln>
        </p:spPr>
      </p:sp>
      <p:sp>
        <p:nvSpPr>
          <p:cNvPr id="7" name="Text 5"/>
          <p:cNvSpPr txBox="1"/>
          <p:nvPr/>
        </p:nvSpPr>
        <p:spPr>
          <a:xfrm>
            <a:off x="411480" y="1709928"/>
            <a:ext cx="8321040" cy="438912"/>
          </a:xfrm>
          <a:prstGeom prst="rect">
            <a:avLst/>
          </a:prstGeom>
          <a:solidFill>
            <a:srgbClr val="FFFFFF"/>
          </a:solidFill>
          <a:ln w="15875">
            <a:solidFill>
              <a:srgbClr val="4472C4"/>
            </a:solidFill>
          </a:ln>
        </p:spPr>
        <p:txBody>
          <a:bodyPr wrap="square" lIns="12700" tIns="12700" rIns="12700" bIns="12700" rtlCol="0" anchor="ctr"/>
          <a:lstStyle/>
          <a:p>
            <a:pPr marL="0" indent="0" algn="ctr">
              <a:buNone/>
            </a:pPr>
            <a:r>
              <a:rPr lang="en-US" sz="1050" dirty="0">
                <a:solidFill>
                  <a:srgbClr val="020202"/>
                </a:solidFill>
                <a:latin typeface="Times New Roman" pitchFamily="34" charset="0"/>
                <a:ea typeface="Times New Roman" pitchFamily="34" charset="-122"/>
                <a:cs typeface="Times New Roman" pitchFamily="34" charset="-120"/>
              </a:rPr>
              <a:t>Sentence-Transformer Embedding  →  ANN Candidate Search (K0)</a:t>
            </a:r>
            <a:endParaRPr lang="en-US" sz="1050" dirty="0"/>
          </a:p>
        </p:txBody>
      </p:sp>
      <p:sp>
        <p:nvSpPr>
          <p:cNvPr id="8" name="Shape 6"/>
          <p:cNvSpPr/>
          <p:nvPr/>
        </p:nvSpPr>
        <p:spPr>
          <a:xfrm>
            <a:off x="4572000" y="2148840"/>
            <a:ext cx="0" cy="201168"/>
          </a:xfrm>
          <a:prstGeom prst="line">
            <a:avLst/>
          </a:prstGeom>
          <a:noFill/>
          <a:ln w="15875">
            <a:solidFill>
              <a:srgbClr val="595959"/>
            </a:solidFill>
            <a:prstDash val="solid"/>
            <a:tailEnd type="triangle"/>
          </a:ln>
        </p:spPr>
      </p:sp>
      <p:sp>
        <p:nvSpPr>
          <p:cNvPr id="9" name="Text 7"/>
          <p:cNvSpPr txBox="1"/>
          <p:nvPr/>
        </p:nvSpPr>
        <p:spPr>
          <a:xfrm>
            <a:off x="411480" y="2350008"/>
            <a:ext cx="8321040" cy="384048"/>
          </a:xfrm>
          <a:prstGeom prst="rect">
            <a:avLst/>
          </a:prstGeom>
          <a:solidFill>
            <a:srgbClr val="FFFFFF"/>
          </a:solidFill>
          <a:ln w="15875">
            <a:solidFill>
              <a:srgbClr val="4472C4"/>
            </a:solidFill>
          </a:ln>
        </p:spPr>
        <p:txBody>
          <a:bodyPr wrap="square" lIns="12700" tIns="12700" rIns="12700" bIns="12700" rtlCol="0" anchor="ctr"/>
          <a:lstStyle/>
          <a:p>
            <a:pPr marL="0" indent="0" algn="ctr">
              <a:buNone/>
            </a:pPr>
            <a:r>
              <a:rPr lang="en-US" sz="1050" dirty="0">
                <a:solidFill>
                  <a:srgbClr val="020202"/>
                </a:solidFill>
                <a:latin typeface="Times New Roman" pitchFamily="34" charset="0"/>
                <a:ea typeface="Times New Roman" pitchFamily="34" charset="-122"/>
                <a:cs typeface="Times New Roman" pitchFamily="34" charset="-120"/>
              </a:rPr>
              <a:t>Candidate Set Ct</a:t>
            </a:r>
            <a:endParaRPr lang="en-US" sz="1050" dirty="0"/>
          </a:p>
        </p:txBody>
      </p:sp>
      <p:sp>
        <p:nvSpPr>
          <p:cNvPr id="10" name="Shape 8"/>
          <p:cNvSpPr/>
          <p:nvPr/>
        </p:nvSpPr>
        <p:spPr>
          <a:xfrm>
            <a:off x="4572000" y="2734056"/>
            <a:ext cx="0" cy="201168"/>
          </a:xfrm>
          <a:prstGeom prst="line">
            <a:avLst/>
          </a:prstGeom>
          <a:noFill/>
          <a:ln w="15875">
            <a:solidFill>
              <a:srgbClr val="595959"/>
            </a:solidFill>
            <a:prstDash val="solid"/>
            <a:tailEnd type="triangle"/>
          </a:ln>
        </p:spPr>
      </p:sp>
      <p:sp>
        <p:nvSpPr>
          <p:cNvPr id="11" name="Text 9"/>
          <p:cNvSpPr txBox="1"/>
          <p:nvPr/>
        </p:nvSpPr>
        <p:spPr>
          <a:xfrm>
            <a:off x="411480" y="2935224"/>
            <a:ext cx="2682240" cy="438912"/>
          </a:xfrm>
          <a:prstGeom prst="rect">
            <a:avLst/>
          </a:prstGeom>
          <a:solidFill>
            <a:srgbClr val="FFFFFF"/>
          </a:solidFill>
          <a:ln w="15875">
            <a:solidFill>
              <a:srgbClr val="4472C4"/>
            </a:solidFill>
          </a:ln>
        </p:spPr>
        <p:txBody>
          <a:bodyPr wrap="square" lIns="12700" tIns="12700" rIns="12700" bIns="12700" rtlCol="0" anchor="ctr"/>
          <a:lstStyle/>
          <a:p>
            <a:pPr marL="0" indent="0" algn="ctr">
              <a:buNone/>
            </a:pPr>
            <a:r>
              <a:rPr lang="en-US" sz="1050" dirty="0">
                <a:solidFill>
                  <a:srgbClr val="020202"/>
                </a:solidFill>
                <a:latin typeface="Times New Roman" pitchFamily="34" charset="0"/>
                <a:ea typeface="Times New Roman" pitchFamily="34" charset="-122"/>
                <a:cs typeface="Times New Roman" pitchFamily="34" charset="-120"/>
              </a:rPr>
              <a:t>Relevance R</a:t>
            </a:r>
            <a:endParaRPr lang="en-US" sz="1050" dirty="0"/>
          </a:p>
        </p:txBody>
      </p:sp>
      <p:sp>
        <p:nvSpPr>
          <p:cNvPr id="12" name="Text 10"/>
          <p:cNvSpPr txBox="1"/>
          <p:nvPr/>
        </p:nvSpPr>
        <p:spPr>
          <a:xfrm>
            <a:off x="3230880" y="2935224"/>
            <a:ext cx="2682240" cy="438912"/>
          </a:xfrm>
          <a:prstGeom prst="rect">
            <a:avLst/>
          </a:prstGeom>
          <a:solidFill>
            <a:srgbClr val="FFFFFF"/>
          </a:solidFill>
          <a:ln w="15875">
            <a:solidFill>
              <a:srgbClr val="4472C4"/>
            </a:solidFill>
          </a:ln>
        </p:spPr>
        <p:txBody>
          <a:bodyPr wrap="square" lIns="12700" tIns="12700" rIns="12700" bIns="12700" rtlCol="0" anchor="ctr"/>
          <a:lstStyle/>
          <a:p>
            <a:pPr marL="0" indent="0" algn="ctr">
              <a:buNone/>
            </a:pPr>
            <a:r>
              <a:rPr lang="en-US" sz="1050" dirty="0">
                <a:solidFill>
                  <a:srgbClr val="020202"/>
                </a:solidFill>
                <a:latin typeface="Times New Roman" pitchFamily="34" charset="0"/>
                <a:ea typeface="Times New Roman" pitchFamily="34" charset="-122"/>
                <a:cs typeface="Times New Roman" pitchFamily="34" charset="-120"/>
              </a:rPr>
              <a:t>Coverage C</a:t>
            </a:r>
            <a:endParaRPr lang="en-US" sz="1050" dirty="0"/>
          </a:p>
        </p:txBody>
      </p:sp>
      <p:sp>
        <p:nvSpPr>
          <p:cNvPr id="13" name="Text 11"/>
          <p:cNvSpPr txBox="1"/>
          <p:nvPr/>
        </p:nvSpPr>
        <p:spPr>
          <a:xfrm>
            <a:off x="6050280" y="2935224"/>
            <a:ext cx="2682240" cy="438912"/>
          </a:xfrm>
          <a:prstGeom prst="rect">
            <a:avLst/>
          </a:prstGeom>
          <a:solidFill>
            <a:srgbClr val="FFFFFF"/>
          </a:solidFill>
          <a:ln w="15875">
            <a:solidFill>
              <a:srgbClr val="4472C4"/>
            </a:solidFill>
          </a:ln>
        </p:spPr>
        <p:txBody>
          <a:bodyPr wrap="square" lIns="12700" tIns="12700" rIns="12700" bIns="12700" rtlCol="0" anchor="ctr"/>
          <a:lstStyle/>
          <a:p>
            <a:pPr marL="0" indent="0" algn="ctr">
              <a:buNone/>
            </a:pPr>
            <a:r>
              <a:rPr lang="en-US" sz="1050" dirty="0">
                <a:solidFill>
                  <a:srgbClr val="020202"/>
                </a:solidFill>
                <a:latin typeface="Times New Roman" pitchFamily="34" charset="0"/>
                <a:ea typeface="Times New Roman" pitchFamily="34" charset="-122"/>
                <a:cs typeface="Times New Roman" pitchFamily="34" charset="-120"/>
              </a:rPr>
              <a:t>Novelty N</a:t>
            </a:r>
            <a:endParaRPr lang="en-US" sz="1050" dirty="0"/>
          </a:p>
        </p:txBody>
      </p:sp>
      <p:sp>
        <p:nvSpPr>
          <p:cNvPr id="14" name="Shape 12"/>
          <p:cNvSpPr/>
          <p:nvPr/>
        </p:nvSpPr>
        <p:spPr>
          <a:xfrm>
            <a:off x="4572000" y="3374136"/>
            <a:ext cx="0" cy="201168"/>
          </a:xfrm>
          <a:prstGeom prst="line">
            <a:avLst/>
          </a:prstGeom>
          <a:noFill/>
          <a:ln w="15875">
            <a:solidFill>
              <a:srgbClr val="595959"/>
            </a:solidFill>
            <a:prstDash val="solid"/>
            <a:tailEnd type="triangle"/>
          </a:ln>
        </p:spPr>
      </p:sp>
      <p:sp>
        <p:nvSpPr>
          <p:cNvPr id="15" name="Text 13"/>
          <p:cNvSpPr txBox="1"/>
          <p:nvPr/>
        </p:nvSpPr>
        <p:spPr>
          <a:xfrm>
            <a:off x="411480" y="3575304"/>
            <a:ext cx="8321040" cy="384048"/>
          </a:xfrm>
          <a:prstGeom prst="rect">
            <a:avLst/>
          </a:prstGeom>
          <a:solidFill>
            <a:srgbClr val="D9E2F3"/>
          </a:solidFill>
          <a:ln w="15875">
            <a:solidFill>
              <a:srgbClr val="4472C4"/>
            </a:solidFill>
          </a:ln>
        </p:spPr>
        <p:txBody>
          <a:bodyPr wrap="square" lIns="12700" tIns="12700" rIns="12700" bIns="12700" rtlCol="0" anchor="ctr"/>
          <a:lstStyle/>
          <a:p>
            <a:pPr marL="0" indent="0" algn="ctr">
              <a:buNone/>
            </a:pPr>
            <a:r>
              <a:rPr lang="en-US" sz="1050" b="1" dirty="0">
                <a:solidFill>
                  <a:srgbClr val="020202"/>
                </a:solidFill>
                <a:latin typeface="Times New Roman" pitchFamily="34" charset="0"/>
                <a:ea typeface="Times New Roman" pitchFamily="34" charset="-122"/>
                <a:cs typeface="Times New Roman" pitchFamily="34" charset="-120"/>
              </a:rPr>
              <a:t>GAR Score  =  αR + βC + γN</a:t>
            </a:r>
            <a:endParaRPr lang="en-US" sz="1050" dirty="0"/>
          </a:p>
        </p:txBody>
      </p:sp>
      <p:sp>
        <p:nvSpPr>
          <p:cNvPr id="16" name="Shape 14"/>
          <p:cNvSpPr/>
          <p:nvPr/>
        </p:nvSpPr>
        <p:spPr>
          <a:xfrm>
            <a:off x="4572000" y="3959352"/>
            <a:ext cx="0" cy="201168"/>
          </a:xfrm>
          <a:prstGeom prst="line">
            <a:avLst/>
          </a:prstGeom>
          <a:noFill/>
          <a:ln w="15875">
            <a:solidFill>
              <a:srgbClr val="595959"/>
            </a:solidFill>
            <a:prstDash val="solid"/>
            <a:tailEnd type="triangle"/>
          </a:ln>
        </p:spPr>
      </p:sp>
      <p:sp>
        <p:nvSpPr>
          <p:cNvPr id="17" name="Text 15"/>
          <p:cNvSpPr txBox="1"/>
          <p:nvPr/>
        </p:nvSpPr>
        <p:spPr>
          <a:xfrm>
            <a:off x="411480" y="4160520"/>
            <a:ext cx="8321040" cy="457200"/>
          </a:xfrm>
          <a:prstGeom prst="rect">
            <a:avLst/>
          </a:prstGeom>
          <a:solidFill>
            <a:srgbClr val="FFFFFF"/>
          </a:solidFill>
          <a:ln w="15875">
            <a:solidFill>
              <a:srgbClr val="4472C4"/>
            </a:solidFill>
          </a:ln>
        </p:spPr>
        <p:txBody>
          <a:bodyPr wrap="square" lIns="12700" tIns="12700" rIns="12700" bIns="12700" rtlCol="0" anchor="ctr"/>
          <a:lstStyle/>
          <a:p>
            <a:pPr marL="0" indent="0" algn="ctr">
              <a:buNone/>
            </a:pPr>
            <a:r>
              <a:rPr lang="en-US" sz="1050" dirty="0">
                <a:solidFill>
                  <a:srgbClr val="020202"/>
                </a:solidFill>
                <a:latin typeface="Times New Roman" pitchFamily="34" charset="0"/>
                <a:ea typeface="Times New Roman" pitchFamily="34" charset="-122"/>
                <a:cs typeface="Times New Roman" pitchFamily="34" charset="-120"/>
              </a:rPr>
              <a:t>Top-k Documents  →  MIGRES Filtering / Extraction  →  Updated Et+1, Gt+1</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marL="0" indent="0" algn="ctr">
              <a:buNone/>
            </a:pPr>
            <a:r>
              <a:rPr lang="en-US" sz="2200" b="1" dirty="0">
                <a:solidFill>
                  <a:srgbClr val="020202"/>
                </a:solidFill>
                <a:latin typeface="Times New Roman" pitchFamily="34" charset="0"/>
                <a:ea typeface="Times New Roman" pitchFamily="34" charset="-122"/>
                <a:cs typeface="Times New Roman" pitchFamily="34" charset="-120"/>
              </a:rPr>
              <a:t>Operational Flow of GAR-Based Retrieval</a:t>
            </a:r>
            <a:endParaRPr lang="en-US" sz="2200" dirty="0"/>
          </a:p>
        </p:txBody>
      </p:sp>
      <p:sp>
        <p:nvSpPr>
          <p:cNvPr id="3" name="Text 1"/>
          <p:cNvSpPr txBox="1"/>
          <p:nvPr/>
        </p:nvSpPr>
        <p:spPr>
          <a:xfrm>
            <a:off x="411480" y="1005840"/>
            <a:ext cx="8321040" cy="384048"/>
          </a:xfrm>
          <a:prstGeom prst="rect">
            <a:avLst/>
          </a:prstGeom>
          <a:solidFill>
            <a:srgbClr val="FFFFFF"/>
          </a:solidFill>
          <a:ln w="15875">
            <a:solidFill>
              <a:srgbClr val="4472C4"/>
            </a:solidFill>
          </a:ln>
        </p:spPr>
        <p:txBody>
          <a:bodyPr wrap="square" lIns="12700" tIns="127000" rIns="0" bIns="12700" rtlCol="0" anchor="ctr"/>
          <a:lstStyle/>
          <a:p>
            <a:pPr marL="0" indent="0" algn="l">
              <a:buNone/>
            </a:pPr>
            <a:r>
              <a:rPr lang="en-US" sz="1050" dirty="0">
                <a:solidFill>
                  <a:srgbClr val="020202"/>
                </a:solidFill>
                <a:latin typeface="Times New Roman" pitchFamily="34" charset="0"/>
                <a:ea typeface="Times New Roman" pitchFamily="34" charset="-122"/>
                <a:cs typeface="Times New Roman" pitchFamily="34" charset="-120"/>
              </a:rPr>
              <a:t>1. Benchmark Question q</a:t>
            </a:r>
            <a:endParaRPr lang="en-US" sz="1050" dirty="0"/>
          </a:p>
        </p:txBody>
      </p:sp>
      <p:sp>
        <p:nvSpPr>
          <p:cNvPr id="4" name="Shape 2"/>
          <p:cNvSpPr/>
          <p:nvPr/>
        </p:nvSpPr>
        <p:spPr>
          <a:xfrm>
            <a:off x="4572000" y="1389888"/>
            <a:ext cx="0" cy="73152"/>
          </a:xfrm>
          <a:prstGeom prst="line">
            <a:avLst/>
          </a:prstGeom>
          <a:noFill/>
          <a:ln w="15875">
            <a:solidFill>
              <a:srgbClr val="595959"/>
            </a:solidFill>
            <a:prstDash val="solid"/>
            <a:tailEnd type="triangle"/>
          </a:ln>
        </p:spPr>
      </p:sp>
      <p:sp>
        <p:nvSpPr>
          <p:cNvPr id="5" name="Text 3"/>
          <p:cNvSpPr txBox="1"/>
          <p:nvPr/>
        </p:nvSpPr>
        <p:spPr>
          <a:xfrm>
            <a:off x="411480" y="1472184"/>
            <a:ext cx="8321040" cy="384048"/>
          </a:xfrm>
          <a:prstGeom prst="rect">
            <a:avLst/>
          </a:prstGeom>
          <a:solidFill>
            <a:srgbClr val="FFFFFF"/>
          </a:solidFill>
          <a:ln w="15875">
            <a:solidFill>
              <a:srgbClr val="4472C4"/>
            </a:solidFill>
          </a:ln>
        </p:spPr>
        <p:txBody>
          <a:bodyPr wrap="square" lIns="12700" tIns="127000" rIns="0" bIns="12700" rtlCol="0" anchor="ctr"/>
          <a:lstStyle/>
          <a:p>
            <a:pPr marL="0" indent="0" algn="l">
              <a:buNone/>
            </a:pPr>
            <a:r>
              <a:rPr lang="en-US" sz="1050" dirty="0">
                <a:solidFill>
                  <a:srgbClr val="020202"/>
                </a:solidFill>
                <a:latin typeface="Times New Roman" pitchFamily="34" charset="0"/>
                <a:ea typeface="Times New Roman" pitchFamily="34" charset="-122"/>
                <a:cs typeface="Times New Roman" pitchFamily="34" charset="-120"/>
              </a:rPr>
              <a:t>2. MIGRES: Initialize / Update Evidence Et and Gap Gt</a:t>
            </a:r>
            <a:endParaRPr lang="en-US" sz="1050" dirty="0"/>
          </a:p>
        </p:txBody>
      </p:sp>
      <p:sp>
        <p:nvSpPr>
          <p:cNvPr id="6" name="Shape 4"/>
          <p:cNvSpPr/>
          <p:nvPr/>
        </p:nvSpPr>
        <p:spPr>
          <a:xfrm>
            <a:off x="4572000" y="1856232"/>
            <a:ext cx="0" cy="73152"/>
          </a:xfrm>
          <a:prstGeom prst="line">
            <a:avLst/>
          </a:prstGeom>
          <a:noFill/>
          <a:ln w="15875">
            <a:solidFill>
              <a:srgbClr val="595959"/>
            </a:solidFill>
            <a:prstDash val="solid"/>
            <a:tailEnd type="triangle"/>
          </a:ln>
        </p:spPr>
      </p:sp>
      <p:sp>
        <p:nvSpPr>
          <p:cNvPr id="7" name="Text 5"/>
          <p:cNvSpPr txBox="1"/>
          <p:nvPr/>
        </p:nvSpPr>
        <p:spPr>
          <a:xfrm>
            <a:off x="411480" y="1938528"/>
            <a:ext cx="8321040" cy="384048"/>
          </a:xfrm>
          <a:prstGeom prst="rect">
            <a:avLst/>
          </a:prstGeom>
          <a:solidFill>
            <a:srgbClr val="FFFFFF"/>
          </a:solidFill>
          <a:ln w="15875">
            <a:solidFill>
              <a:srgbClr val="4472C4"/>
            </a:solidFill>
          </a:ln>
        </p:spPr>
        <p:txBody>
          <a:bodyPr wrap="square" lIns="12700" tIns="127000" rIns="0" bIns="12700" rtlCol="0" anchor="ctr"/>
          <a:lstStyle/>
          <a:p>
            <a:pPr marL="0" indent="0" algn="l">
              <a:buNone/>
            </a:pPr>
            <a:r>
              <a:rPr lang="en-US" sz="1050" dirty="0">
                <a:solidFill>
                  <a:srgbClr val="020202"/>
                </a:solidFill>
                <a:latin typeface="Times New Roman" pitchFamily="34" charset="0"/>
                <a:ea typeface="Times New Roman" pitchFamily="34" charset="-122"/>
                <a:cs typeface="Times New Roman" pitchFamily="34" charset="-120"/>
              </a:rPr>
              <a:t>3. Represent q, Gt, Et and Corpus D</a:t>
            </a:r>
            <a:endParaRPr lang="en-US" sz="1050" dirty="0"/>
          </a:p>
        </p:txBody>
      </p:sp>
      <p:sp>
        <p:nvSpPr>
          <p:cNvPr id="8" name="Shape 6"/>
          <p:cNvSpPr/>
          <p:nvPr/>
        </p:nvSpPr>
        <p:spPr>
          <a:xfrm>
            <a:off x="4572000" y="2322576"/>
            <a:ext cx="0" cy="73152"/>
          </a:xfrm>
          <a:prstGeom prst="line">
            <a:avLst/>
          </a:prstGeom>
          <a:noFill/>
          <a:ln w="15875">
            <a:solidFill>
              <a:srgbClr val="595959"/>
            </a:solidFill>
            <a:prstDash val="solid"/>
            <a:tailEnd type="triangle"/>
          </a:ln>
        </p:spPr>
      </p:sp>
      <p:sp>
        <p:nvSpPr>
          <p:cNvPr id="9" name="Text 7"/>
          <p:cNvSpPr txBox="1"/>
          <p:nvPr/>
        </p:nvSpPr>
        <p:spPr>
          <a:xfrm>
            <a:off x="411480" y="2404872"/>
            <a:ext cx="8321040" cy="384048"/>
          </a:xfrm>
          <a:prstGeom prst="rect">
            <a:avLst/>
          </a:prstGeom>
          <a:solidFill>
            <a:srgbClr val="FFFFFF"/>
          </a:solidFill>
          <a:ln w="15875">
            <a:solidFill>
              <a:srgbClr val="4472C4"/>
            </a:solidFill>
          </a:ln>
        </p:spPr>
        <p:txBody>
          <a:bodyPr wrap="square" lIns="12700" tIns="127000" rIns="0" bIns="12700" rtlCol="0" anchor="ctr"/>
          <a:lstStyle/>
          <a:p>
            <a:pPr marL="0" indent="0" algn="l">
              <a:buNone/>
            </a:pPr>
            <a:r>
              <a:rPr lang="en-US" sz="1050" dirty="0">
                <a:solidFill>
                  <a:srgbClr val="020202"/>
                </a:solidFill>
                <a:latin typeface="Times New Roman" pitchFamily="34" charset="0"/>
                <a:ea typeface="Times New Roman" pitchFamily="34" charset="-122"/>
                <a:cs typeface="Times New Roman" pitchFamily="34" charset="-120"/>
              </a:rPr>
              <a:t>4. ANN Candidate Generation → Candidate Set Ct</a:t>
            </a:r>
            <a:endParaRPr lang="en-US" sz="1050" dirty="0"/>
          </a:p>
        </p:txBody>
      </p:sp>
      <p:sp>
        <p:nvSpPr>
          <p:cNvPr id="10" name="Shape 8"/>
          <p:cNvSpPr/>
          <p:nvPr/>
        </p:nvSpPr>
        <p:spPr>
          <a:xfrm>
            <a:off x="4572000" y="2788920"/>
            <a:ext cx="0" cy="73152"/>
          </a:xfrm>
          <a:prstGeom prst="line">
            <a:avLst/>
          </a:prstGeom>
          <a:noFill/>
          <a:ln w="15875">
            <a:solidFill>
              <a:srgbClr val="595959"/>
            </a:solidFill>
            <a:prstDash val="solid"/>
            <a:tailEnd type="triangle"/>
          </a:ln>
        </p:spPr>
      </p:sp>
      <p:sp>
        <p:nvSpPr>
          <p:cNvPr id="11" name="Text 9"/>
          <p:cNvSpPr txBox="1"/>
          <p:nvPr/>
        </p:nvSpPr>
        <p:spPr>
          <a:xfrm>
            <a:off x="411480" y="2871216"/>
            <a:ext cx="8321040" cy="384048"/>
          </a:xfrm>
          <a:prstGeom prst="rect">
            <a:avLst/>
          </a:prstGeom>
          <a:solidFill>
            <a:srgbClr val="FFFFFF"/>
          </a:solidFill>
          <a:ln w="15875">
            <a:solidFill>
              <a:srgbClr val="4472C4"/>
            </a:solidFill>
          </a:ln>
        </p:spPr>
        <p:txBody>
          <a:bodyPr wrap="square" lIns="12700" tIns="127000" rIns="0" bIns="12700" rtlCol="0" anchor="ctr"/>
          <a:lstStyle/>
          <a:p>
            <a:pPr marL="0" indent="0" algn="l">
              <a:buNone/>
            </a:pPr>
            <a:r>
              <a:rPr lang="en-US" sz="1050" dirty="0">
                <a:solidFill>
                  <a:srgbClr val="020202"/>
                </a:solidFill>
                <a:latin typeface="Times New Roman" pitchFamily="34" charset="0"/>
                <a:ea typeface="Times New Roman" pitchFamily="34" charset="-122"/>
                <a:cs typeface="Times New Roman" pitchFamily="34" charset="-120"/>
              </a:rPr>
              <a:t>5. Compute R, C, N → GAR Ranking → Top-k Selection</a:t>
            </a:r>
            <a:endParaRPr lang="en-US" sz="1050" dirty="0"/>
          </a:p>
        </p:txBody>
      </p:sp>
      <p:sp>
        <p:nvSpPr>
          <p:cNvPr id="12" name="Shape 10"/>
          <p:cNvSpPr/>
          <p:nvPr/>
        </p:nvSpPr>
        <p:spPr>
          <a:xfrm>
            <a:off x="4572000" y="3255264"/>
            <a:ext cx="0" cy="73152"/>
          </a:xfrm>
          <a:prstGeom prst="line">
            <a:avLst/>
          </a:prstGeom>
          <a:noFill/>
          <a:ln w="15875">
            <a:solidFill>
              <a:srgbClr val="595959"/>
            </a:solidFill>
            <a:prstDash val="solid"/>
            <a:tailEnd type="triangle"/>
          </a:ln>
        </p:spPr>
      </p:sp>
      <p:sp>
        <p:nvSpPr>
          <p:cNvPr id="13" name="Text 11"/>
          <p:cNvSpPr txBox="1"/>
          <p:nvPr/>
        </p:nvSpPr>
        <p:spPr>
          <a:xfrm>
            <a:off x="411480" y="3337560"/>
            <a:ext cx="8321040" cy="384048"/>
          </a:xfrm>
          <a:prstGeom prst="rect">
            <a:avLst/>
          </a:prstGeom>
          <a:solidFill>
            <a:srgbClr val="FFFFFF"/>
          </a:solidFill>
          <a:ln w="15875">
            <a:solidFill>
              <a:srgbClr val="4472C4"/>
            </a:solidFill>
          </a:ln>
        </p:spPr>
        <p:txBody>
          <a:bodyPr wrap="square" lIns="12700" tIns="127000" rIns="0" bIns="12700" rtlCol="0" anchor="ctr"/>
          <a:lstStyle/>
          <a:p>
            <a:pPr marL="0" indent="0" algn="l">
              <a:buNone/>
            </a:pPr>
            <a:r>
              <a:rPr lang="en-US" sz="1050" dirty="0">
                <a:solidFill>
                  <a:srgbClr val="020202"/>
                </a:solidFill>
                <a:latin typeface="Times New Roman" pitchFamily="34" charset="0"/>
                <a:ea typeface="Times New Roman" pitchFamily="34" charset="-122"/>
                <a:cs typeface="Times New Roman" pitchFamily="34" charset="-120"/>
              </a:rPr>
              <a:t>6. MIGRES Filtering &amp; Evidence Extraction → Update Et+1, Gt+1</a:t>
            </a:r>
            <a:endParaRPr lang="en-US" sz="1050" dirty="0"/>
          </a:p>
        </p:txBody>
      </p:sp>
      <p:sp>
        <p:nvSpPr>
          <p:cNvPr id="14" name="Shape 12"/>
          <p:cNvSpPr/>
          <p:nvPr/>
        </p:nvSpPr>
        <p:spPr>
          <a:xfrm>
            <a:off x="4572000" y="3721608"/>
            <a:ext cx="0" cy="73152"/>
          </a:xfrm>
          <a:prstGeom prst="line">
            <a:avLst/>
          </a:prstGeom>
          <a:noFill/>
          <a:ln w="15875">
            <a:solidFill>
              <a:srgbClr val="595959"/>
            </a:solidFill>
            <a:prstDash val="solid"/>
            <a:tailEnd type="triangle"/>
          </a:ln>
        </p:spPr>
      </p:sp>
      <p:sp>
        <p:nvSpPr>
          <p:cNvPr id="15" name="Text 13"/>
          <p:cNvSpPr txBox="1"/>
          <p:nvPr/>
        </p:nvSpPr>
        <p:spPr>
          <a:xfrm>
            <a:off x="411480" y="3803904"/>
            <a:ext cx="8321040" cy="384048"/>
          </a:xfrm>
          <a:prstGeom prst="rect">
            <a:avLst/>
          </a:prstGeom>
          <a:solidFill>
            <a:srgbClr val="FFFFFF"/>
          </a:solidFill>
          <a:ln w="15875">
            <a:solidFill>
              <a:srgbClr val="4472C4"/>
            </a:solidFill>
          </a:ln>
        </p:spPr>
        <p:txBody>
          <a:bodyPr wrap="square" lIns="12700" tIns="127000" rIns="0" bIns="12700" rtlCol="0" anchor="ctr"/>
          <a:lstStyle/>
          <a:p>
            <a:pPr marL="0" indent="0" algn="l">
              <a:buNone/>
            </a:pPr>
            <a:r>
              <a:rPr lang="en-US" sz="1050" dirty="0">
                <a:solidFill>
                  <a:srgbClr val="020202"/>
                </a:solidFill>
                <a:latin typeface="Times New Roman" pitchFamily="34" charset="0"/>
                <a:ea typeface="Times New Roman" pitchFamily="34" charset="-122"/>
                <a:cs typeface="Times New Roman" pitchFamily="34" charset="-120"/>
              </a:rPr>
              <a:t>7. Stopping condition reached?   No → return to Step 3</a:t>
            </a:r>
            <a:endParaRPr lang="en-US" sz="1050" dirty="0"/>
          </a:p>
        </p:txBody>
      </p:sp>
      <p:sp>
        <p:nvSpPr>
          <p:cNvPr id="16" name="Shape 14"/>
          <p:cNvSpPr/>
          <p:nvPr/>
        </p:nvSpPr>
        <p:spPr>
          <a:xfrm>
            <a:off x="4572000" y="4187952"/>
            <a:ext cx="0" cy="73152"/>
          </a:xfrm>
          <a:prstGeom prst="line">
            <a:avLst/>
          </a:prstGeom>
          <a:noFill/>
          <a:ln w="15875">
            <a:solidFill>
              <a:srgbClr val="595959"/>
            </a:solidFill>
            <a:prstDash val="solid"/>
            <a:tailEnd type="triangle"/>
          </a:ln>
        </p:spPr>
      </p:sp>
      <p:sp>
        <p:nvSpPr>
          <p:cNvPr id="17" name="Text 15"/>
          <p:cNvSpPr txBox="1"/>
          <p:nvPr/>
        </p:nvSpPr>
        <p:spPr>
          <a:xfrm>
            <a:off x="411480" y="4270248"/>
            <a:ext cx="8321040" cy="384048"/>
          </a:xfrm>
          <a:prstGeom prst="rect">
            <a:avLst/>
          </a:prstGeom>
          <a:solidFill>
            <a:srgbClr val="D9E2F3"/>
          </a:solidFill>
          <a:ln w="15875">
            <a:solidFill>
              <a:srgbClr val="4472C4"/>
            </a:solidFill>
          </a:ln>
        </p:spPr>
        <p:txBody>
          <a:bodyPr wrap="square" lIns="12700" tIns="127000" rIns="0" bIns="12700" rtlCol="0" anchor="ctr"/>
          <a:lstStyle/>
          <a:p>
            <a:pPr marL="0" indent="0" algn="ctr">
              <a:buNone/>
            </a:pPr>
            <a:r>
              <a:rPr lang="en-US" sz="1050" b="1" dirty="0">
                <a:solidFill>
                  <a:srgbClr val="020202"/>
                </a:solidFill>
                <a:latin typeface="Times New Roman" pitchFamily="34" charset="0"/>
                <a:ea typeface="Times New Roman" pitchFamily="34" charset="-122"/>
                <a:cs typeface="Times New Roman" pitchFamily="34" charset="-120"/>
              </a:rPr>
              <a:t>Yes → Generate Final Answer</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marL="0" indent="0" algn="ctr">
              <a:buNone/>
            </a:pPr>
            <a:r>
              <a:rPr lang="en-US" sz="2600" b="1" dirty="0">
                <a:solidFill>
                  <a:srgbClr val="020202"/>
                </a:solidFill>
                <a:latin typeface="Times New Roman" pitchFamily="34" charset="0"/>
                <a:ea typeface="Times New Roman" pitchFamily="34" charset="-122"/>
                <a:cs typeface="Times New Roman" pitchFamily="34" charset="-120"/>
              </a:rPr>
              <a:t>Mathematical Formulation</a:t>
            </a:r>
            <a:endParaRPr lang="en-US" sz="2600" dirty="0"/>
          </a:p>
        </p:txBody>
      </p:sp>
      <p:sp>
        <p:nvSpPr>
          <p:cNvPr id="3" name="Text 1"/>
          <p:cNvSpPr txBox="1"/>
          <p:nvPr/>
        </p:nvSpPr>
        <p:spPr>
          <a:xfrm>
            <a:off x="411480" y="1143000"/>
            <a:ext cx="8321040" cy="3657600"/>
          </a:xfrm>
          <a:prstGeom prst="rect">
            <a:avLst/>
          </a:prstGeom>
          <a:noFill/>
          <a:ln/>
        </p:spPr>
        <p:txBody>
          <a:bodyPr wrap="square" lIns="0" tIns="0" rIns="0" bIns="0" rtlCol="0" anchor="t"/>
          <a:lstStyle/>
          <a:p>
            <a:pPr marL="0" indent="0" algn="just">
              <a:lnSpc>
                <a:spcPct val="125000"/>
              </a:lnSpc>
              <a:buNone/>
            </a:pPr>
            <a:r>
              <a:rPr lang="en-US" sz="1350" b="1" dirty="0">
                <a:solidFill>
                  <a:srgbClr val="020202"/>
                </a:solidFill>
                <a:latin typeface="Times New Roman" pitchFamily="34" charset="0"/>
                <a:ea typeface="Times New Roman" pitchFamily="34" charset="-122"/>
                <a:cs typeface="Times New Roman" pitchFamily="34" charset="-120"/>
              </a:rPr>
              <a:t>Similarity s(x, y): </a:t>
            </a:r>
            <a:r>
              <a:rPr lang="en-US" sz="1350" dirty="0">
                <a:solidFill>
                  <a:srgbClr val="020202"/>
                </a:solidFill>
                <a:latin typeface="Times New Roman" pitchFamily="34" charset="0"/>
                <a:ea typeface="Times New Roman" pitchFamily="34" charset="-122"/>
                <a:cs typeface="Times New Roman" pitchFamily="34" charset="-120"/>
              </a:rPr>
              <a:t>s(x, y) = ½ · [1 + cos(ϕ(x), ϕ(y))], scaled to a range of 0 to 1. Measures how close two texts are in meaning.
</a:t>
            </a:r>
            <a:r>
              <a:rPr lang="en-US" sz="1350" b="1" dirty="0">
                <a:solidFill>
                  <a:srgbClr val="020202"/>
                </a:solidFill>
                <a:latin typeface="Times New Roman" pitchFamily="34" charset="0"/>
                <a:ea typeface="Times New Roman" pitchFamily="34" charset="-122"/>
                <a:cs typeface="Times New Roman" pitchFamily="34" charset="-120"/>
              </a:rPr>
              <a:t>Gap Relevance R(d, q, Gt): </a:t>
            </a:r>
            <a:r>
              <a:rPr lang="en-US" sz="1350" dirty="0">
                <a:solidFill>
                  <a:srgbClr val="020202"/>
                </a:solidFill>
                <a:latin typeface="Times New Roman" pitchFamily="34" charset="0"/>
                <a:ea typeface="Times New Roman" pitchFamily="34" charset="-122"/>
                <a:cs typeface="Times New Roman" pitchFamily="34" charset="-120"/>
              </a:rPr>
              <a:t>R = λ·s(d, q) + (1−λ)·(1/m)Σ s(d, gi). Combines a document's match to the question and to the missing information, balanced by λ.
</a:t>
            </a:r>
            <a:r>
              <a:rPr lang="en-US" sz="1350" b="1" dirty="0">
                <a:solidFill>
                  <a:srgbClr val="020202"/>
                </a:solidFill>
                <a:latin typeface="Times New Roman" pitchFamily="34" charset="0"/>
                <a:ea typeface="Times New Roman" pitchFamily="34" charset="-122"/>
                <a:cs typeface="Times New Roman" pitchFamily="34" charset="-120"/>
              </a:rPr>
              <a:t>Gap Coverage C(d, Gt): </a:t>
            </a:r>
            <a:r>
              <a:rPr lang="en-US" sz="1350" dirty="0">
                <a:solidFill>
                  <a:srgbClr val="020202"/>
                </a:solidFill>
                <a:latin typeface="Times New Roman" pitchFamily="34" charset="0"/>
                <a:ea typeface="Times New Roman" pitchFamily="34" charset="-122"/>
                <a:cs typeface="Times New Roman" pitchFamily="34" charset="-120"/>
              </a:rPr>
              <a:t>C = (1/m) Σ |τ(d) ∩ τ(gi)| / |τ(gi)|. Measures how much of each missing information item is covered by the document's content.
</a:t>
            </a:r>
            <a:r>
              <a:rPr lang="en-US" sz="1350" b="1" dirty="0">
                <a:solidFill>
                  <a:srgbClr val="020202"/>
                </a:solidFill>
                <a:latin typeface="Times New Roman" pitchFamily="34" charset="0"/>
                <a:ea typeface="Times New Roman" pitchFamily="34" charset="-122"/>
                <a:cs typeface="Times New Roman" pitchFamily="34" charset="-120"/>
              </a:rPr>
              <a:t>Evidence Novelty N(d, Et): </a:t>
            </a:r>
            <a:r>
              <a:rPr lang="en-US" sz="1350" dirty="0">
                <a:solidFill>
                  <a:srgbClr val="020202"/>
                </a:solidFill>
                <a:latin typeface="Times New Roman" pitchFamily="34" charset="0"/>
                <a:ea typeface="Times New Roman" pitchFamily="34" charset="-122"/>
                <a:cs typeface="Times New Roman" pitchFamily="34" charset="-120"/>
              </a:rPr>
              <a:t>N = 1 − max(e in Et) s(d, e). Shows how different a document is from evidence already collected; equals 1 when no evidence exists yet.
</a:t>
            </a:r>
            <a:r>
              <a:rPr lang="en-US" sz="1350" b="1" dirty="0">
                <a:solidFill>
                  <a:srgbClr val="020202"/>
                </a:solidFill>
                <a:latin typeface="Times New Roman" pitchFamily="34" charset="0"/>
                <a:ea typeface="Times New Roman" pitchFamily="34" charset="-122"/>
                <a:cs typeface="Times New Roman" pitchFamily="34" charset="-120"/>
              </a:rPr>
              <a:t>GAR Score S(d | q, Et, Gt): </a:t>
            </a:r>
            <a:r>
              <a:rPr lang="en-US" sz="1350" dirty="0">
                <a:solidFill>
                  <a:srgbClr val="020202"/>
                </a:solidFill>
                <a:latin typeface="Times New Roman" pitchFamily="34" charset="0"/>
                <a:ea typeface="Times New Roman" pitchFamily="34" charset="-122"/>
                <a:cs typeface="Times New Roman" pitchFamily="34" charset="-120"/>
              </a:rPr>
              <a:t>S = αR + βC + γN, where α + β + γ = 1. Combines relevance, coverage, and novelty into one score used to rank and select the top-k documents.</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marL="0" indent="0" algn="ctr">
              <a:buNone/>
            </a:pPr>
            <a:r>
              <a:rPr lang="en-US" sz="2400" b="1" dirty="0">
                <a:solidFill>
                  <a:srgbClr val="020202"/>
                </a:solidFill>
                <a:latin typeface="Times New Roman" pitchFamily="34" charset="0"/>
                <a:ea typeface="Times New Roman" pitchFamily="34" charset="-122"/>
                <a:cs typeface="Times New Roman" pitchFamily="34" charset="-120"/>
              </a:rPr>
              <a:t>Datasets, Model &amp; Baselines</a:t>
            </a:r>
            <a:endParaRPr lang="en-US" sz="2400" dirty="0"/>
          </a:p>
        </p:txBody>
      </p:sp>
      <p:sp>
        <p:nvSpPr>
          <p:cNvPr id="3" name="Text 1"/>
          <p:cNvSpPr txBox="1"/>
          <p:nvPr/>
        </p:nvSpPr>
        <p:spPr>
          <a:xfrm>
            <a:off x="411480" y="1005840"/>
            <a:ext cx="8321040" cy="274320"/>
          </a:xfrm>
          <a:prstGeom prst="rect">
            <a:avLst/>
          </a:prstGeom>
          <a:noFill/>
          <a:ln/>
        </p:spPr>
        <p:txBody>
          <a:bodyPr wrap="square" lIns="0" tIns="0" rIns="0" bIns="0" rtlCol="0" anchor="ctr"/>
          <a:lstStyle/>
          <a:p>
            <a:pPr marL="0" indent="0">
              <a:buNone/>
            </a:pPr>
            <a:r>
              <a:rPr lang="en-US" sz="1300" b="1" dirty="0">
                <a:solidFill>
                  <a:srgbClr val="020202"/>
                </a:solidFill>
                <a:latin typeface="Times New Roman" pitchFamily="34" charset="0"/>
                <a:ea typeface="Times New Roman" pitchFamily="34" charset="-122"/>
                <a:cs typeface="Times New Roman" pitchFamily="34" charset="-120"/>
              </a:rPr>
              <a:t>Datasets (multi-hop / evidence-based QA):</a:t>
            </a:r>
            <a:endParaRPr lang="en-US" sz="1300" dirty="0"/>
          </a:p>
        </p:txBody>
      </p:sp>
      <p:sp>
        <p:nvSpPr>
          <p:cNvPr id="4" name="Text 2"/>
          <p:cNvSpPr txBox="1"/>
          <p:nvPr/>
        </p:nvSpPr>
        <p:spPr>
          <a:xfrm>
            <a:off x="411480" y="1298448"/>
            <a:ext cx="8321040" cy="411480"/>
          </a:xfrm>
          <a:prstGeom prst="rect">
            <a:avLst/>
          </a:prstGeom>
          <a:noFill/>
          <a:ln/>
        </p:spPr>
        <p:txBody>
          <a:bodyPr wrap="square" lIns="0" tIns="0" rIns="0" bIns="0" rtlCol="0" anchor="ctr"/>
          <a:lstStyle/>
          <a:p>
            <a:pPr marL="0" indent="0">
              <a:buNone/>
            </a:pPr>
            <a:r>
              <a:rPr lang="en-US" sz="1250" i="1" dirty="0">
                <a:solidFill>
                  <a:srgbClr val="020202"/>
                </a:solidFill>
                <a:latin typeface="Times New Roman" pitchFamily="34" charset="0"/>
                <a:ea typeface="Times New Roman" pitchFamily="34" charset="-122"/>
                <a:cs typeface="Times New Roman" pitchFamily="34" charset="-120"/>
              </a:rPr>
              <a:t>WikiHop · HotpotQA (FullWiki) · MuSiQue · Natural Questions · TriviaQA · StrategyQA</a:t>
            </a:r>
            <a:endParaRPr lang="en-US" sz="1250" dirty="0"/>
          </a:p>
        </p:txBody>
      </p:sp>
      <p:sp>
        <p:nvSpPr>
          <p:cNvPr id="5" name="Text 3"/>
          <p:cNvSpPr txBox="1"/>
          <p:nvPr/>
        </p:nvSpPr>
        <p:spPr>
          <a:xfrm>
            <a:off x="411480" y="1783080"/>
            <a:ext cx="8321040" cy="274320"/>
          </a:xfrm>
          <a:prstGeom prst="rect">
            <a:avLst/>
          </a:prstGeom>
          <a:noFill/>
          <a:ln/>
        </p:spPr>
        <p:txBody>
          <a:bodyPr wrap="square" lIns="0" tIns="0" rIns="0" bIns="0" rtlCol="0" anchor="ctr"/>
          <a:lstStyle/>
          <a:p>
            <a:pPr marL="0" indent="0">
              <a:buNone/>
            </a:pPr>
            <a:r>
              <a:rPr lang="en-US" sz="1300" b="1" dirty="0">
                <a:solidFill>
                  <a:srgbClr val="020202"/>
                </a:solidFill>
                <a:latin typeface="Times New Roman" pitchFamily="34" charset="0"/>
                <a:ea typeface="Times New Roman" pitchFamily="34" charset="-122"/>
                <a:cs typeface="Times New Roman" pitchFamily="34" charset="-120"/>
              </a:rPr>
              <a:t>Embedding Model:</a:t>
            </a:r>
            <a:endParaRPr lang="en-US" sz="1300" dirty="0"/>
          </a:p>
        </p:txBody>
      </p:sp>
      <p:sp>
        <p:nvSpPr>
          <p:cNvPr id="6" name="Text 4"/>
          <p:cNvSpPr txBox="1"/>
          <p:nvPr/>
        </p:nvSpPr>
        <p:spPr>
          <a:xfrm>
            <a:off x="411480" y="2075688"/>
            <a:ext cx="8321040" cy="502920"/>
          </a:xfrm>
          <a:prstGeom prst="rect">
            <a:avLst/>
          </a:prstGeom>
          <a:noFill/>
          <a:ln/>
        </p:spPr>
        <p:txBody>
          <a:bodyPr wrap="square" lIns="0" tIns="0" rIns="0" bIns="0" rtlCol="0" anchor="ctr"/>
          <a:lstStyle/>
          <a:p>
            <a:pPr marL="0" indent="0">
              <a:buNone/>
            </a:pPr>
            <a:r>
              <a:rPr lang="en-US" sz="1250" dirty="0">
                <a:solidFill>
                  <a:srgbClr val="020202"/>
                </a:solidFill>
                <a:latin typeface="Times New Roman" pitchFamily="34" charset="0"/>
                <a:ea typeface="Times New Roman" pitchFamily="34" charset="-122"/>
                <a:cs typeface="Times New Roman" pitchFamily="34" charset="-120"/>
              </a:rPr>
              <a:t>sentence-transformers/multi-qa-mpnet-base-cos-v1 (768-dimensional embeddings), used consistently for questions, gaps, documents, and evidence.</a:t>
            </a:r>
            <a:endParaRPr lang="en-US" sz="1250" dirty="0"/>
          </a:p>
        </p:txBody>
      </p:sp>
      <p:sp>
        <p:nvSpPr>
          <p:cNvPr id="7" name="Text 5"/>
          <p:cNvSpPr txBox="1"/>
          <p:nvPr/>
        </p:nvSpPr>
        <p:spPr>
          <a:xfrm>
            <a:off x="411480" y="2651760"/>
            <a:ext cx="8321040" cy="274320"/>
          </a:xfrm>
          <a:prstGeom prst="rect">
            <a:avLst/>
          </a:prstGeom>
          <a:noFill/>
          <a:ln/>
        </p:spPr>
        <p:txBody>
          <a:bodyPr wrap="square" lIns="0" tIns="0" rIns="0" bIns="0" rtlCol="0" anchor="ctr"/>
          <a:lstStyle/>
          <a:p>
            <a:pPr marL="0" indent="0">
              <a:buNone/>
            </a:pPr>
            <a:r>
              <a:rPr lang="en-US" sz="1300" b="1" dirty="0">
                <a:solidFill>
                  <a:srgbClr val="020202"/>
                </a:solidFill>
                <a:latin typeface="Times New Roman" pitchFamily="34" charset="0"/>
                <a:ea typeface="Times New Roman" pitchFamily="34" charset="-122"/>
                <a:cs typeface="Times New Roman" pitchFamily="34" charset="-120"/>
              </a:rPr>
              <a:t>Retrieval Baselines Compared:</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11480" y="2944368"/>
          <a:ext cx="8321040" cy="1792224"/>
        </p:xfrm>
        <a:graphic>
          <a:graphicData uri="http://schemas.openxmlformats.org/drawingml/2006/table">
            <a:tbl>
              <a:tblPr/>
              <a:tblGrid>
                <a:gridCol w="22860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256032">
                <a:tc>
                  <a:txBody>
                    <a:bodyPr/>
                    <a:lstStyle/>
                    <a:p>
                      <a:pPr marL="0" indent="0" algn="l">
                        <a:buNone/>
                      </a:pPr>
                      <a:r>
                        <a:rPr lang="en-US" sz="1050" b="1" dirty="0">
                          <a:solidFill>
                            <a:srgbClr val="FFFFFF"/>
                          </a:solidFill>
                          <a:latin typeface="Times New Roman" pitchFamily="34" charset="0"/>
                          <a:ea typeface="Times New Roman" pitchFamily="34" charset="-122"/>
                          <a:cs typeface="Times New Roman" pitchFamily="34" charset="-120"/>
                        </a:rPr>
                        <a:t>System</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050" b="1" dirty="0">
                          <a:solidFill>
                            <a:srgbClr val="FFFFFF"/>
                          </a:solidFill>
                          <a:latin typeface="Times New Roman" pitchFamily="34" charset="0"/>
                          <a:ea typeface="Times New Roman" pitchFamily="34" charset="-122"/>
                          <a:cs typeface="Times New Roman" pitchFamily="34" charset="-120"/>
                        </a:rPr>
                        <a:t>Retrieval Type</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050" b="1" dirty="0">
                          <a:solidFill>
                            <a:srgbClr val="FFFFFF"/>
                          </a:solidFill>
                          <a:latin typeface="Times New Roman" pitchFamily="34" charset="0"/>
                          <a:ea typeface="Times New Roman" pitchFamily="34" charset="-122"/>
                          <a:cs typeface="Times New Roman" pitchFamily="34" charset="-120"/>
                        </a:rPr>
                        <a:t>Role</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10000"/>
                  </a:ext>
                </a:extLst>
              </a:tr>
              <a:tr h="256032">
                <a:tc>
                  <a:txBody>
                    <a:bodyPr/>
                    <a:lstStyle/>
                    <a:p>
                      <a:pPr marL="0" indent="0" algn="l">
                        <a:buNone/>
                      </a:pPr>
                      <a:r>
                        <a:rPr lang="en-US" sz="1050" dirty="0">
                          <a:solidFill>
                            <a:srgbClr val="020202"/>
                          </a:solidFill>
                          <a:latin typeface="Times New Roman" pitchFamily="34" charset="0"/>
                          <a:ea typeface="Times New Roman" pitchFamily="34" charset="-122"/>
                          <a:cs typeface="Times New Roman" pitchFamily="34" charset="-120"/>
                        </a:rPr>
                        <a:t>MIGRES + BM25</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050" dirty="0">
                          <a:solidFill>
                            <a:srgbClr val="020202"/>
                          </a:solidFill>
                          <a:latin typeface="Times New Roman" pitchFamily="34" charset="0"/>
                          <a:ea typeface="Times New Roman" pitchFamily="34" charset="-122"/>
                          <a:cs typeface="Times New Roman" pitchFamily="34" charset="-120"/>
                        </a:rPr>
                        <a:t>Sparse lexical</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050" dirty="0">
                          <a:solidFill>
                            <a:srgbClr val="020202"/>
                          </a:solidFill>
                          <a:latin typeface="Times New Roman" pitchFamily="34" charset="0"/>
                          <a:ea typeface="Times New Roman" pitchFamily="34" charset="-122"/>
                          <a:cs typeface="Times New Roman" pitchFamily="34" charset="-120"/>
                        </a:rPr>
                        <a:t>Main baseline</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l">
                        <a:buNone/>
                      </a:pPr>
                      <a:r>
                        <a:rPr lang="en-US" sz="1050" dirty="0">
                          <a:solidFill>
                            <a:srgbClr val="020202"/>
                          </a:solidFill>
                          <a:latin typeface="Times New Roman" pitchFamily="34" charset="0"/>
                          <a:ea typeface="Times New Roman" pitchFamily="34" charset="-122"/>
                          <a:cs typeface="Times New Roman" pitchFamily="34" charset="-120"/>
                        </a:rPr>
                        <a:t>MIGRES + DPR</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marL="0" indent="0" algn="l">
                        <a:buNone/>
                      </a:pPr>
                      <a:r>
                        <a:rPr lang="en-US" sz="1050" dirty="0">
                          <a:solidFill>
                            <a:srgbClr val="020202"/>
                          </a:solidFill>
                          <a:latin typeface="Times New Roman" pitchFamily="34" charset="0"/>
                          <a:ea typeface="Times New Roman" pitchFamily="34" charset="-122"/>
                          <a:cs typeface="Times New Roman" pitchFamily="34" charset="-120"/>
                        </a:rPr>
                        <a:t>Dense bi-encoder</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marL="0" indent="0" algn="l">
                        <a:buNone/>
                      </a:pPr>
                      <a:r>
                        <a:rPr lang="en-US" sz="1050" dirty="0">
                          <a:solidFill>
                            <a:srgbClr val="020202"/>
                          </a:solidFill>
                          <a:latin typeface="Times New Roman" pitchFamily="34" charset="0"/>
                          <a:ea typeface="Times New Roman" pitchFamily="34" charset="-122"/>
                          <a:cs typeface="Times New Roman" pitchFamily="34" charset="-120"/>
                        </a:rPr>
                        <a:t>Supervised dense baseline</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2"/>
                  </a:ext>
                </a:extLst>
              </a:tr>
              <a:tr h="256032">
                <a:tc>
                  <a:txBody>
                    <a:bodyPr/>
                    <a:lstStyle/>
                    <a:p>
                      <a:pPr marL="0" indent="0" algn="l">
                        <a:buNone/>
                      </a:pPr>
                      <a:r>
                        <a:rPr lang="en-US" sz="1050" dirty="0">
                          <a:solidFill>
                            <a:srgbClr val="020202"/>
                          </a:solidFill>
                          <a:latin typeface="Times New Roman" pitchFamily="34" charset="0"/>
                          <a:ea typeface="Times New Roman" pitchFamily="34" charset="-122"/>
                          <a:cs typeface="Times New Roman" pitchFamily="34" charset="-120"/>
                        </a:rPr>
                        <a:t>MIGRES + Contriever</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050" dirty="0">
                          <a:solidFill>
                            <a:srgbClr val="020202"/>
                          </a:solidFill>
                          <a:latin typeface="Times New Roman" pitchFamily="34" charset="0"/>
                          <a:ea typeface="Times New Roman" pitchFamily="34" charset="-122"/>
                          <a:cs typeface="Times New Roman" pitchFamily="34" charset="-120"/>
                        </a:rPr>
                        <a:t>Unsupervised dense</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050" dirty="0">
                          <a:solidFill>
                            <a:srgbClr val="020202"/>
                          </a:solidFill>
                          <a:latin typeface="Times New Roman" pitchFamily="34" charset="0"/>
                          <a:ea typeface="Times New Roman" pitchFamily="34" charset="-122"/>
                          <a:cs typeface="Times New Roman" pitchFamily="34" charset="-120"/>
                        </a:rPr>
                        <a:t>Contrastive-learning baseline</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l">
                        <a:buNone/>
                      </a:pPr>
                      <a:r>
                        <a:rPr lang="en-US" sz="1050" dirty="0">
                          <a:solidFill>
                            <a:srgbClr val="020202"/>
                          </a:solidFill>
                          <a:latin typeface="Times New Roman" pitchFamily="34" charset="0"/>
                          <a:ea typeface="Times New Roman" pitchFamily="34" charset="-122"/>
                          <a:cs typeface="Times New Roman" pitchFamily="34" charset="-120"/>
                        </a:rPr>
                        <a:t>MIGRES + ColBERTv2</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marL="0" indent="0" algn="l">
                        <a:buNone/>
                      </a:pPr>
                      <a:r>
                        <a:rPr lang="en-US" sz="1050" dirty="0">
                          <a:solidFill>
                            <a:srgbClr val="020202"/>
                          </a:solidFill>
                          <a:latin typeface="Times New Roman" pitchFamily="34" charset="0"/>
                          <a:ea typeface="Times New Roman" pitchFamily="34" charset="-122"/>
                          <a:cs typeface="Times New Roman" pitchFamily="34" charset="-120"/>
                        </a:rPr>
                        <a:t>Late interaction</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marL="0" indent="0" algn="l">
                        <a:buNone/>
                      </a:pPr>
                      <a:r>
                        <a:rPr lang="en-US" sz="1050" dirty="0">
                          <a:solidFill>
                            <a:srgbClr val="020202"/>
                          </a:solidFill>
                          <a:latin typeface="Times New Roman" pitchFamily="34" charset="0"/>
                          <a:ea typeface="Times New Roman" pitchFamily="34" charset="-122"/>
                          <a:cs typeface="Times New Roman" pitchFamily="34" charset="-120"/>
                        </a:rPr>
                        <a:t>Multi-vector baseline</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4"/>
                  </a:ext>
                </a:extLst>
              </a:tr>
              <a:tr h="256032">
                <a:tc>
                  <a:txBody>
                    <a:bodyPr/>
                    <a:lstStyle/>
                    <a:p>
                      <a:pPr marL="0" indent="0" algn="l">
                        <a:buNone/>
                      </a:pPr>
                      <a:r>
                        <a:rPr lang="en-US" sz="1050" dirty="0">
                          <a:solidFill>
                            <a:srgbClr val="020202"/>
                          </a:solidFill>
                          <a:latin typeface="Times New Roman" pitchFamily="34" charset="0"/>
                          <a:ea typeface="Times New Roman" pitchFamily="34" charset="-122"/>
                          <a:cs typeface="Times New Roman" pitchFamily="34" charset="-120"/>
                        </a:rPr>
                        <a:t>MIGRES + SPLADE</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050" dirty="0">
                          <a:solidFill>
                            <a:srgbClr val="020202"/>
                          </a:solidFill>
                          <a:latin typeface="Times New Roman" pitchFamily="34" charset="0"/>
                          <a:ea typeface="Times New Roman" pitchFamily="34" charset="-122"/>
                          <a:cs typeface="Times New Roman" pitchFamily="34" charset="-120"/>
                        </a:rPr>
                        <a:t>Neural sparse</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050" dirty="0">
                          <a:solidFill>
                            <a:srgbClr val="020202"/>
                          </a:solidFill>
                          <a:latin typeface="Times New Roman" pitchFamily="34" charset="0"/>
                          <a:ea typeface="Times New Roman" pitchFamily="34" charset="-122"/>
                          <a:cs typeface="Times New Roman" pitchFamily="34" charset="-120"/>
                        </a:rPr>
                        <a:t>Neural sparse baseline</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6032">
                <a:tc>
                  <a:txBody>
                    <a:bodyPr/>
                    <a:lstStyle/>
                    <a:p>
                      <a:pPr marL="0" indent="0" algn="l">
                        <a:buNone/>
                      </a:pPr>
                      <a:r>
                        <a:rPr lang="en-US" sz="1050" dirty="0">
                          <a:solidFill>
                            <a:srgbClr val="020202"/>
                          </a:solidFill>
                          <a:latin typeface="Times New Roman" pitchFamily="34" charset="0"/>
                          <a:ea typeface="Times New Roman" pitchFamily="34" charset="-122"/>
                          <a:cs typeface="Times New Roman" pitchFamily="34" charset="-120"/>
                        </a:rPr>
                        <a:t>MIGRES + GAR</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marL="0" indent="0" algn="l">
                        <a:buNone/>
                      </a:pPr>
                      <a:r>
                        <a:rPr lang="en-US" sz="1050" dirty="0">
                          <a:solidFill>
                            <a:srgbClr val="020202"/>
                          </a:solidFill>
                          <a:latin typeface="Times New Roman" pitchFamily="34" charset="0"/>
                          <a:ea typeface="Times New Roman" pitchFamily="34" charset="-122"/>
                          <a:cs typeface="Times New Roman" pitchFamily="34" charset="-120"/>
                        </a:rPr>
                        <a:t>Gap-aware</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marL="0" indent="0" algn="l">
                        <a:buNone/>
                      </a:pPr>
                      <a:r>
                        <a:rPr lang="en-US" sz="1050" dirty="0">
                          <a:solidFill>
                            <a:srgbClr val="020202"/>
                          </a:solidFill>
                          <a:latin typeface="Times New Roman" pitchFamily="34" charset="0"/>
                          <a:ea typeface="Times New Roman" pitchFamily="34" charset="-122"/>
                          <a:cs typeface="Times New Roman" pitchFamily="34" charset="-120"/>
                        </a:rPr>
                        <a:t>Proposed method</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marL="0" indent="0" algn="ctr">
              <a:buNone/>
            </a:pPr>
            <a:r>
              <a:rPr lang="en-US" sz="2200" b="1" dirty="0">
                <a:solidFill>
                  <a:srgbClr val="020202"/>
                </a:solidFill>
                <a:latin typeface="Times New Roman" pitchFamily="34" charset="0"/>
                <a:ea typeface="Times New Roman" pitchFamily="34" charset="-122"/>
                <a:cs typeface="Times New Roman" pitchFamily="34" charset="-120"/>
              </a:rPr>
              <a:t>Experimental Design &amp; Evaluation</a:t>
            </a:r>
            <a:endParaRPr lang="en-US" sz="2200" dirty="0"/>
          </a:p>
        </p:txBody>
      </p:sp>
      <p:sp>
        <p:nvSpPr>
          <p:cNvPr id="3" name="Text 1"/>
          <p:cNvSpPr txBox="1"/>
          <p:nvPr/>
        </p:nvSpPr>
        <p:spPr>
          <a:xfrm>
            <a:off x="411480" y="1051560"/>
            <a:ext cx="8321040" cy="3657600"/>
          </a:xfrm>
          <a:prstGeom prst="rect">
            <a:avLst/>
          </a:prstGeom>
          <a:noFill/>
          <a:ln/>
        </p:spPr>
        <p:txBody>
          <a:bodyPr wrap="square" lIns="0" tIns="0" rIns="0" bIns="0" rtlCol="0" anchor="t"/>
          <a:lstStyle/>
          <a:p>
            <a:pPr marL="0" indent="0" algn="just">
              <a:lnSpc>
                <a:spcPct val="120000"/>
              </a:lnSpc>
              <a:buNone/>
            </a:pPr>
            <a:r>
              <a:rPr lang="en-US" sz="1300" b="1" dirty="0">
                <a:solidFill>
                  <a:srgbClr val="020202"/>
                </a:solidFill>
                <a:latin typeface="Times New Roman" pitchFamily="34" charset="0"/>
                <a:ea typeface="Times New Roman" pitchFamily="34" charset="-122"/>
                <a:cs typeface="Times New Roman" pitchFamily="34" charset="-120"/>
              </a:rPr>
              <a:t>Hyperparameters (α, β, γ, λ, K0): </a:t>
            </a:r>
            <a:r>
              <a:rPr lang="en-US" sz="1300" dirty="0">
                <a:solidFill>
                  <a:srgbClr val="020202"/>
                </a:solidFill>
                <a:latin typeface="Times New Roman" pitchFamily="34" charset="0"/>
                <a:ea typeface="Times New Roman" pitchFamily="34" charset="-122"/>
                <a:cs typeface="Times New Roman" pitchFamily="34" charset="-120"/>
              </a:rPr>
              <a:t>S</a:t>
            </a:r>
            <a:r>
              <a:rPr lang="en-US" sz="1300" dirty="0" smtClean="0">
                <a:solidFill>
                  <a:srgbClr val="020202"/>
                </a:solidFill>
                <a:latin typeface="Times New Roman" pitchFamily="34" charset="0"/>
                <a:ea typeface="Times New Roman" pitchFamily="34" charset="-122"/>
                <a:cs typeface="Times New Roman" pitchFamily="34" charset="-120"/>
              </a:rPr>
              <a:t>elected </a:t>
            </a:r>
            <a:r>
              <a:rPr lang="en-US" sz="1300" dirty="0">
                <a:solidFill>
                  <a:srgbClr val="020202"/>
                </a:solidFill>
                <a:latin typeface="Times New Roman" pitchFamily="34" charset="0"/>
                <a:ea typeface="Times New Roman" pitchFamily="34" charset="-122"/>
                <a:cs typeface="Times New Roman" pitchFamily="34" charset="-120"/>
              </a:rPr>
              <a:t>via Bayesian optimization on the validation set, using Recall@k; K0 ∈ {50, 100, 200, 500}; fixed before the test evaluation.</a:t>
            </a:r>
            <a:endParaRPr lang="en-US" sz="1300" dirty="0"/>
          </a:p>
          <a:p>
            <a:pPr marL="0" indent="0" algn="just">
              <a:lnSpc>
                <a:spcPct val="120000"/>
              </a:lnSpc>
              <a:buNone/>
            </a:pPr>
            <a:endParaRPr lang="en-US" sz="1300" b="1" dirty="0" smtClean="0">
              <a:solidFill>
                <a:srgbClr val="020202"/>
              </a:solidFill>
              <a:latin typeface="Times New Roman" pitchFamily="34" charset="0"/>
              <a:ea typeface="Times New Roman" pitchFamily="34" charset="-122"/>
              <a:cs typeface="Times New Roman" pitchFamily="34" charset="-120"/>
            </a:endParaRPr>
          </a:p>
          <a:p>
            <a:pPr marL="0" indent="0" algn="just">
              <a:lnSpc>
                <a:spcPct val="120000"/>
              </a:lnSpc>
              <a:buNone/>
            </a:pPr>
            <a:r>
              <a:rPr lang="en-US" sz="1300" b="1" dirty="0" smtClean="0">
                <a:solidFill>
                  <a:srgbClr val="020202"/>
                </a:solidFill>
                <a:latin typeface="Times New Roman" pitchFamily="34" charset="0"/>
                <a:ea typeface="Times New Roman" pitchFamily="34" charset="-122"/>
                <a:cs typeface="Times New Roman" pitchFamily="34" charset="-120"/>
              </a:rPr>
              <a:t>Ablation </a:t>
            </a:r>
            <a:r>
              <a:rPr lang="en-US" sz="1300" b="1" dirty="0">
                <a:solidFill>
                  <a:srgbClr val="020202"/>
                </a:solidFill>
                <a:latin typeface="Times New Roman" pitchFamily="34" charset="0"/>
                <a:ea typeface="Times New Roman" pitchFamily="34" charset="-122"/>
                <a:cs typeface="Times New Roman" pitchFamily="34" charset="-120"/>
              </a:rPr>
              <a:t>Study: </a:t>
            </a:r>
            <a:r>
              <a:rPr lang="en-US" sz="1300" dirty="0" smtClean="0">
                <a:solidFill>
                  <a:srgbClr val="020202"/>
                </a:solidFill>
                <a:latin typeface="Times New Roman" pitchFamily="34" charset="0"/>
                <a:ea typeface="Times New Roman" pitchFamily="34" charset="-122"/>
                <a:cs typeface="Times New Roman" pitchFamily="34" charset="-120"/>
              </a:rPr>
              <a:t>Relevance</a:t>
            </a:r>
            <a:r>
              <a:rPr lang="en-US" sz="1300" dirty="0">
                <a:solidFill>
                  <a:srgbClr val="020202"/>
                </a:solidFill>
                <a:latin typeface="Times New Roman" pitchFamily="34" charset="0"/>
                <a:ea typeface="Times New Roman" pitchFamily="34" charset="-122"/>
                <a:cs typeface="Times New Roman" pitchFamily="34" charset="-120"/>
              </a:rPr>
              <a:t>, coverage, and novelty terms are each removed in turn (</a:t>
            </a:r>
            <a:r>
              <a:rPr lang="en-US" sz="1300" dirty="0" smtClean="0">
                <a:solidFill>
                  <a:srgbClr val="020202"/>
                </a:solidFill>
                <a:latin typeface="Times New Roman" pitchFamily="34" charset="0"/>
                <a:ea typeface="Times New Roman" pitchFamily="34" charset="-122"/>
                <a:cs typeface="Times New Roman" pitchFamily="34" charset="-120"/>
              </a:rPr>
              <a:t>S_R</a:t>
            </a:r>
            <a:r>
              <a:rPr lang="en-US" sz="1300" dirty="0">
                <a:solidFill>
                  <a:srgbClr val="020202"/>
                </a:solidFill>
                <a:latin typeface="Times New Roman" pitchFamily="34" charset="0"/>
                <a:ea typeface="Times New Roman" pitchFamily="34" charset="-122"/>
                <a:cs typeface="Times New Roman" pitchFamily="34" charset="-120"/>
              </a:rPr>
              <a:t>, </a:t>
            </a:r>
            <a:r>
              <a:rPr lang="en-US" sz="1300" dirty="0" smtClean="0">
                <a:solidFill>
                  <a:srgbClr val="020202"/>
                </a:solidFill>
                <a:latin typeface="Times New Roman" pitchFamily="34" charset="0"/>
                <a:ea typeface="Times New Roman" pitchFamily="34" charset="-122"/>
                <a:cs typeface="Times New Roman" pitchFamily="34" charset="-120"/>
              </a:rPr>
              <a:t>S_C</a:t>
            </a:r>
            <a:r>
              <a:rPr lang="en-US" sz="1300" dirty="0">
                <a:solidFill>
                  <a:srgbClr val="020202"/>
                </a:solidFill>
                <a:latin typeface="Times New Roman" pitchFamily="34" charset="0"/>
                <a:ea typeface="Times New Roman" pitchFamily="34" charset="-122"/>
                <a:cs typeface="Times New Roman" pitchFamily="34" charset="-120"/>
              </a:rPr>
              <a:t>, </a:t>
            </a:r>
            <a:r>
              <a:rPr lang="en-US" sz="1300" dirty="0" smtClean="0">
                <a:solidFill>
                  <a:srgbClr val="020202"/>
                </a:solidFill>
                <a:latin typeface="Times New Roman" pitchFamily="34" charset="0"/>
                <a:ea typeface="Times New Roman" pitchFamily="34" charset="-122"/>
                <a:cs typeface="Times New Roman" pitchFamily="34" charset="-120"/>
              </a:rPr>
              <a:t>S_N</a:t>
            </a:r>
            <a:r>
              <a:rPr lang="en-US" sz="1300" dirty="0">
                <a:solidFill>
                  <a:srgbClr val="020202"/>
                </a:solidFill>
                <a:latin typeface="Times New Roman" pitchFamily="34" charset="0"/>
                <a:ea typeface="Times New Roman" pitchFamily="34" charset="-122"/>
                <a:cs typeface="Times New Roman" pitchFamily="34" charset="-120"/>
              </a:rPr>
              <a:t>) and compared with the full GAR score.</a:t>
            </a:r>
            <a:endParaRPr lang="en-US" sz="1300" dirty="0"/>
          </a:p>
          <a:p>
            <a:pPr marL="0" indent="0" algn="just">
              <a:lnSpc>
                <a:spcPct val="120000"/>
              </a:lnSpc>
              <a:buNone/>
            </a:pPr>
            <a:endParaRPr lang="en-US" sz="1300" b="1" dirty="0" smtClean="0">
              <a:solidFill>
                <a:srgbClr val="020202"/>
              </a:solidFill>
              <a:latin typeface="Times New Roman" pitchFamily="34" charset="0"/>
              <a:ea typeface="Times New Roman" pitchFamily="34" charset="-122"/>
              <a:cs typeface="Times New Roman" pitchFamily="34" charset="-120"/>
            </a:endParaRPr>
          </a:p>
          <a:p>
            <a:pPr marL="0" indent="0" algn="just">
              <a:lnSpc>
                <a:spcPct val="120000"/>
              </a:lnSpc>
              <a:buNone/>
            </a:pPr>
            <a:r>
              <a:rPr lang="en-US" sz="1300" b="1" dirty="0" smtClean="0">
                <a:solidFill>
                  <a:srgbClr val="020202"/>
                </a:solidFill>
                <a:latin typeface="Times New Roman" pitchFamily="34" charset="0"/>
                <a:ea typeface="Times New Roman" pitchFamily="34" charset="-122"/>
                <a:cs typeface="Times New Roman" pitchFamily="34" charset="-120"/>
              </a:rPr>
              <a:t>Candidate-Pool </a:t>
            </a:r>
            <a:r>
              <a:rPr lang="en-US" sz="1300" b="1" dirty="0">
                <a:solidFill>
                  <a:srgbClr val="020202"/>
                </a:solidFill>
                <a:latin typeface="Times New Roman" pitchFamily="34" charset="0"/>
                <a:ea typeface="Times New Roman" pitchFamily="34" charset="-122"/>
                <a:cs typeface="Times New Roman" pitchFamily="34" charset="-120"/>
              </a:rPr>
              <a:t>Analysis: </a:t>
            </a:r>
            <a:r>
              <a:rPr lang="en-US" sz="1300" dirty="0" smtClean="0">
                <a:solidFill>
                  <a:srgbClr val="020202"/>
                </a:solidFill>
                <a:latin typeface="Times New Roman" pitchFamily="34" charset="0"/>
                <a:ea typeface="Times New Roman" pitchFamily="34" charset="-122"/>
                <a:cs typeface="Times New Roman" pitchFamily="34" charset="-120"/>
              </a:rPr>
              <a:t>Effect </a:t>
            </a:r>
            <a:r>
              <a:rPr lang="en-US" sz="1300" dirty="0">
                <a:solidFill>
                  <a:srgbClr val="020202"/>
                </a:solidFill>
                <a:latin typeface="Times New Roman" pitchFamily="34" charset="0"/>
                <a:ea typeface="Times New Roman" pitchFamily="34" charset="-122"/>
                <a:cs typeface="Times New Roman" pitchFamily="34" charset="-120"/>
              </a:rPr>
              <a:t>of ANN pool size K0 on retrieval performance and latency.</a:t>
            </a:r>
            <a:endParaRPr lang="en-US" sz="1300" dirty="0"/>
          </a:p>
          <a:p>
            <a:pPr marL="0" indent="0" algn="just">
              <a:lnSpc>
                <a:spcPct val="120000"/>
              </a:lnSpc>
              <a:buNone/>
            </a:pPr>
            <a:endParaRPr lang="en-US" sz="1300" b="1" dirty="0" smtClean="0">
              <a:solidFill>
                <a:srgbClr val="020202"/>
              </a:solidFill>
              <a:latin typeface="Times New Roman" pitchFamily="34" charset="0"/>
              <a:ea typeface="Times New Roman" pitchFamily="34" charset="-122"/>
              <a:cs typeface="Times New Roman" pitchFamily="34" charset="-120"/>
            </a:endParaRPr>
          </a:p>
          <a:p>
            <a:pPr marL="0" indent="0" algn="just">
              <a:lnSpc>
                <a:spcPct val="120000"/>
              </a:lnSpc>
              <a:buNone/>
            </a:pPr>
            <a:r>
              <a:rPr lang="en-US" sz="1300" b="1" dirty="0" smtClean="0">
                <a:solidFill>
                  <a:srgbClr val="020202"/>
                </a:solidFill>
                <a:latin typeface="Times New Roman" pitchFamily="34" charset="0"/>
                <a:ea typeface="Times New Roman" pitchFamily="34" charset="-122"/>
                <a:cs typeface="Times New Roman" pitchFamily="34" charset="-120"/>
              </a:rPr>
              <a:t>Evaluation </a:t>
            </a:r>
            <a:r>
              <a:rPr lang="en-US" sz="1300" b="1" dirty="0">
                <a:solidFill>
                  <a:srgbClr val="020202"/>
                </a:solidFill>
                <a:latin typeface="Times New Roman" pitchFamily="34" charset="0"/>
                <a:ea typeface="Times New Roman" pitchFamily="34" charset="-122"/>
                <a:cs typeface="Times New Roman" pitchFamily="34" charset="-120"/>
              </a:rPr>
              <a:t>Metrics: </a:t>
            </a:r>
            <a:endParaRPr lang="en-US" sz="1300" dirty="0"/>
          </a:p>
          <a:p>
            <a:pPr marL="0" indent="0" algn="just">
              <a:lnSpc>
                <a:spcPct val="120000"/>
              </a:lnSpc>
              <a:buNone/>
            </a:pPr>
            <a:r>
              <a:rPr lang="en-US" sz="1300" dirty="0">
                <a:solidFill>
                  <a:srgbClr val="020202"/>
                </a:solidFill>
                <a:latin typeface="Times New Roman" pitchFamily="34" charset="0"/>
                <a:ea typeface="Times New Roman" pitchFamily="34" charset="-122"/>
                <a:cs typeface="Times New Roman" pitchFamily="34" charset="-120"/>
              </a:rPr>
              <a:t>Retrieval </a:t>
            </a:r>
            <a:r>
              <a:rPr lang="en-US" sz="1300" dirty="0" smtClean="0">
                <a:solidFill>
                  <a:srgbClr val="020202"/>
                </a:solidFill>
                <a:latin typeface="Times New Roman" pitchFamily="34" charset="0"/>
                <a:ea typeface="Times New Roman" pitchFamily="34" charset="-122"/>
                <a:cs typeface="Times New Roman" pitchFamily="34" charset="-120"/>
              </a:rPr>
              <a:t>- </a:t>
            </a:r>
            <a:r>
              <a:rPr lang="en-US" sz="1300" dirty="0">
                <a:solidFill>
                  <a:srgbClr val="020202"/>
                </a:solidFill>
                <a:latin typeface="Times New Roman" pitchFamily="34" charset="0"/>
                <a:ea typeface="Times New Roman" pitchFamily="34" charset="-122"/>
                <a:cs typeface="Times New Roman" pitchFamily="34" charset="-120"/>
              </a:rPr>
              <a:t>Recall@k, Precision@k, MRR, nDCG@k.  </a:t>
            </a:r>
            <a:endParaRPr lang="en-US" sz="1300" dirty="0" smtClean="0">
              <a:solidFill>
                <a:srgbClr val="020202"/>
              </a:solidFill>
              <a:latin typeface="Times New Roman" pitchFamily="34" charset="0"/>
              <a:ea typeface="Times New Roman" pitchFamily="34" charset="-122"/>
              <a:cs typeface="Times New Roman" pitchFamily="34" charset="-120"/>
            </a:endParaRPr>
          </a:p>
          <a:p>
            <a:pPr marL="0" indent="0" algn="just">
              <a:lnSpc>
                <a:spcPct val="120000"/>
              </a:lnSpc>
              <a:buNone/>
            </a:pPr>
            <a:r>
              <a:rPr lang="en-US" sz="1300" dirty="0" smtClean="0">
                <a:solidFill>
                  <a:srgbClr val="020202"/>
                </a:solidFill>
                <a:latin typeface="Times New Roman" pitchFamily="34" charset="0"/>
                <a:ea typeface="Times New Roman" pitchFamily="34" charset="-122"/>
                <a:cs typeface="Times New Roman" pitchFamily="34" charset="-120"/>
              </a:rPr>
              <a:t>Downstream - </a:t>
            </a:r>
            <a:r>
              <a:rPr lang="en-US" sz="1300" dirty="0">
                <a:solidFill>
                  <a:srgbClr val="020202"/>
                </a:solidFill>
                <a:latin typeface="Times New Roman" pitchFamily="34" charset="0"/>
                <a:ea typeface="Times New Roman" pitchFamily="34" charset="-122"/>
                <a:cs typeface="Times New Roman" pitchFamily="34" charset="-120"/>
              </a:rPr>
              <a:t>Exact Match, F1, accuracy, evidence quality.  </a:t>
            </a:r>
            <a:endParaRPr lang="en-US" sz="1300" dirty="0" smtClean="0">
              <a:solidFill>
                <a:srgbClr val="020202"/>
              </a:solidFill>
              <a:latin typeface="Times New Roman" pitchFamily="34" charset="0"/>
              <a:ea typeface="Times New Roman" pitchFamily="34" charset="-122"/>
              <a:cs typeface="Times New Roman" pitchFamily="34" charset="-120"/>
            </a:endParaRPr>
          </a:p>
          <a:p>
            <a:pPr marL="0" indent="0" algn="just">
              <a:lnSpc>
                <a:spcPct val="120000"/>
              </a:lnSpc>
              <a:buNone/>
            </a:pPr>
            <a:r>
              <a:rPr lang="en-US" sz="1300" dirty="0" smtClean="0">
                <a:solidFill>
                  <a:srgbClr val="020202"/>
                </a:solidFill>
                <a:latin typeface="Times New Roman" pitchFamily="34" charset="0"/>
                <a:ea typeface="Times New Roman" pitchFamily="34" charset="-122"/>
                <a:cs typeface="Times New Roman" pitchFamily="34" charset="-120"/>
              </a:rPr>
              <a:t>Efficiency </a:t>
            </a:r>
            <a:r>
              <a:rPr lang="en-US" sz="1300" dirty="0">
                <a:solidFill>
                  <a:srgbClr val="020202"/>
                </a:solidFill>
                <a:latin typeface="Times New Roman" pitchFamily="34" charset="0"/>
                <a:ea typeface="Times New Roman" pitchFamily="34" charset="-122"/>
                <a:cs typeface="Times New Roman" pitchFamily="34" charset="-120"/>
              </a:rPr>
              <a:t>-</a:t>
            </a:r>
            <a:r>
              <a:rPr lang="en-US" sz="1300" dirty="0" smtClean="0">
                <a:solidFill>
                  <a:srgbClr val="020202"/>
                </a:solidFill>
                <a:latin typeface="Times New Roman" pitchFamily="34" charset="0"/>
                <a:ea typeface="Times New Roman" pitchFamily="34" charset="-122"/>
                <a:cs typeface="Times New Roman" pitchFamily="34" charset="-120"/>
              </a:rPr>
              <a:t> </a:t>
            </a:r>
            <a:r>
              <a:rPr lang="en-US" sz="1300" dirty="0">
                <a:solidFill>
                  <a:srgbClr val="020202"/>
                </a:solidFill>
                <a:latin typeface="Times New Roman" pitchFamily="34" charset="0"/>
                <a:ea typeface="Times New Roman" pitchFamily="34" charset="-122"/>
                <a:cs typeface="Times New Roman" pitchFamily="34" charset="-120"/>
              </a:rPr>
              <a:t>latency, indexing time, memory, LLM calls / tokens / cost.  </a:t>
            </a:r>
            <a:endParaRPr lang="en-US" sz="1300" dirty="0" smtClean="0">
              <a:solidFill>
                <a:srgbClr val="020202"/>
              </a:solidFill>
              <a:latin typeface="Times New Roman" pitchFamily="34" charset="0"/>
              <a:ea typeface="Times New Roman" pitchFamily="34" charset="-122"/>
              <a:cs typeface="Times New Roman" pitchFamily="34" charset="-120"/>
            </a:endParaRPr>
          </a:p>
          <a:p>
            <a:pPr marL="0" indent="0" algn="just">
              <a:lnSpc>
                <a:spcPct val="120000"/>
              </a:lnSpc>
              <a:buNone/>
            </a:pPr>
            <a:r>
              <a:rPr lang="en-US" sz="1300" dirty="0" smtClean="0">
                <a:solidFill>
                  <a:srgbClr val="020202"/>
                </a:solidFill>
                <a:latin typeface="Times New Roman" pitchFamily="34" charset="0"/>
                <a:ea typeface="Times New Roman" pitchFamily="34" charset="-122"/>
                <a:cs typeface="Times New Roman" pitchFamily="34" charset="-120"/>
              </a:rPr>
              <a:t>Statistical </a:t>
            </a:r>
            <a:r>
              <a:rPr lang="en-US" sz="1300" dirty="0">
                <a:solidFill>
                  <a:srgbClr val="020202"/>
                </a:solidFill>
                <a:latin typeface="Times New Roman" pitchFamily="34" charset="0"/>
                <a:ea typeface="Times New Roman" pitchFamily="34" charset="-122"/>
                <a:cs typeface="Times New Roman" pitchFamily="34" charset="-120"/>
              </a:rPr>
              <a:t>-</a:t>
            </a:r>
            <a:r>
              <a:rPr lang="en-US" sz="1300" dirty="0" smtClean="0">
                <a:solidFill>
                  <a:srgbClr val="020202"/>
                </a:solidFill>
                <a:latin typeface="Times New Roman" pitchFamily="34" charset="0"/>
                <a:ea typeface="Times New Roman" pitchFamily="34" charset="-122"/>
                <a:cs typeface="Times New Roman" pitchFamily="34" charset="-120"/>
              </a:rPr>
              <a:t> </a:t>
            </a:r>
            <a:r>
              <a:rPr lang="en-US" sz="1300" dirty="0">
                <a:solidFill>
                  <a:srgbClr val="020202"/>
                </a:solidFill>
                <a:latin typeface="Times New Roman" pitchFamily="34" charset="0"/>
                <a:ea typeface="Times New Roman" pitchFamily="34" charset="-122"/>
                <a:cs typeface="Times New Roman" pitchFamily="34" charset="-120"/>
              </a:rPr>
              <a:t>paired bootstrap or permutation testing with confidence intervals.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marL="0" indent="0" algn="ctr">
              <a:buNone/>
            </a:pPr>
            <a:r>
              <a:rPr lang="en-US" sz="2200" b="1" dirty="0">
                <a:solidFill>
                  <a:srgbClr val="020202"/>
                </a:solidFill>
                <a:latin typeface="Times New Roman" pitchFamily="34" charset="0"/>
                <a:ea typeface="Times New Roman" pitchFamily="34" charset="-122"/>
                <a:cs typeface="Times New Roman" pitchFamily="34" charset="-120"/>
              </a:rPr>
              <a:t>Software and Hardware Requirements</a:t>
            </a:r>
            <a:endParaRPr lang="en-US" sz="2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11480" y="1051560"/>
          <a:ext cx="8321040" cy="3072384"/>
        </p:xfrm>
        <a:graphic>
          <a:graphicData uri="http://schemas.openxmlformats.org/drawingml/2006/table">
            <a:tbl>
              <a:tblPr/>
              <a:tblGrid>
                <a:gridCol w="21945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384048">
                <a:tc>
                  <a:txBody>
                    <a:bodyPr/>
                    <a:lstStyle/>
                    <a:p>
                      <a:pPr marL="0" indent="0" algn="l">
                        <a:buNone/>
                      </a:pPr>
                      <a:r>
                        <a:rPr lang="en-US" sz="1100" b="1" dirty="0">
                          <a:solidFill>
                            <a:srgbClr val="FFFFFF"/>
                          </a:solidFill>
                          <a:latin typeface="Times New Roman" pitchFamily="34" charset="0"/>
                          <a:ea typeface="Times New Roman" pitchFamily="34" charset="-122"/>
                          <a:cs typeface="Times New Roman" pitchFamily="34" charset="-120"/>
                        </a:rPr>
                        <a:t>Software / Tool</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100" b="1" dirty="0">
                          <a:solidFill>
                            <a:srgbClr val="FFFFFF"/>
                          </a:solidFill>
                          <a:latin typeface="Times New Roman" pitchFamily="34" charset="0"/>
                          <a:ea typeface="Times New Roman" pitchFamily="34" charset="-122"/>
                          <a:cs typeface="Times New Roman" pitchFamily="34" charset="-120"/>
                        </a:rPr>
                        <a:t>Version</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100" b="1" dirty="0">
                          <a:solidFill>
                            <a:srgbClr val="FFFFFF"/>
                          </a:solidFill>
                          <a:latin typeface="Times New Roman" pitchFamily="34" charset="0"/>
                          <a:ea typeface="Times New Roman" pitchFamily="34" charset="-122"/>
                          <a:cs typeface="Times New Roman" pitchFamily="34" charset="-120"/>
                        </a:rPr>
                        <a:t>Purpose</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10000"/>
                  </a:ext>
                </a:extLst>
              </a:tr>
              <a:tr h="384048">
                <a:tc>
                  <a:txBody>
                    <a:bodyPr/>
                    <a:lstStyle/>
                    <a:p>
                      <a:pPr marL="0" indent="0" algn="l">
                        <a:buNone/>
                      </a:pPr>
                      <a:r>
                        <a:rPr lang="en-US" sz="1100" dirty="0">
                          <a:solidFill>
                            <a:srgbClr val="020202"/>
                          </a:solidFill>
                          <a:latin typeface="Times New Roman" pitchFamily="34" charset="0"/>
                          <a:ea typeface="Times New Roman" pitchFamily="34" charset="-122"/>
                          <a:cs typeface="Times New Roman" pitchFamily="34" charset="-120"/>
                        </a:rPr>
                        <a:t>Python</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20202"/>
                          </a:solidFill>
                          <a:latin typeface="Times New Roman" pitchFamily="34" charset="0"/>
                          <a:ea typeface="Times New Roman" pitchFamily="34" charset="-122"/>
                          <a:cs typeface="Times New Roman" pitchFamily="34" charset="-120"/>
                        </a:rPr>
                        <a:t>3.14.7</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20202"/>
                          </a:solidFill>
                          <a:latin typeface="Times New Roman" pitchFamily="34" charset="0"/>
                          <a:ea typeface="Times New Roman" pitchFamily="34" charset="-122"/>
                          <a:cs typeface="Times New Roman" pitchFamily="34" charset="-120"/>
                        </a:rPr>
                        <a:t>Implementation, data processing, evaluation</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100" dirty="0">
                          <a:solidFill>
                            <a:srgbClr val="020202"/>
                          </a:solidFill>
                          <a:latin typeface="Times New Roman" pitchFamily="34" charset="0"/>
                          <a:ea typeface="Times New Roman" pitchFamily="34" charset="-122"/>
                          <a:cs typeface="Times New Roman" pitchFamily="34" charset="-120"/>
                        </a:rPr>
                        <a:t>Jupyter Notebook</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marL="0" indent="0" algn="l">
                        <a:buNone/>
                      </a:pPr>
                      <a:r>
                        <a:rPr lang="en-US" sz="1100" dirty="0">
                          <a:solidFill>
                            <a:srgbClr val="020202"/>
                          </a:solidFill>
                          <a:latin typeface="Times New Roman" pitchFamily="34" charset="0"/>
                          <a:ea typeface="Times New Roman" pitchFamily="34" charset="-122"/>
                          <a:cs typeface="Times New Roman" pitchFamily="34" charset="-120"/>
                        </a:rPr>
                        <a:t>7.6.2</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marL="0" indent="0" algn="l">
                        <a:buNone/>
                      </a:pPr>
                      <a:r>
                        <a:rPr lang="en-US" sz="1100" dirty="0">
                          <a:solidFill>
                            <a:srgbClr val="020202"/>
                          </a:solidFill>
                          <a:latin typeface="Times New Roman" pitchFamily="34" charset="0"/>
                          <a:ea typeface="Times New Roman" pitchFamily="34" charset="-122"/>
                          <a:cs typeface="Times New Roman" pitchFamily="34" charset="-120"/>
                        </a:rPr>
                        <a:t>Experiment development and analysis</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2"/>
                  </a:ext>
                </a:extLst>
              </a:tr>
              <a:tr h="384048">
                <a:tc>
                  <a:txBody>
                    <a:bodyPr/>
                    <a:lstStyle/>
                    <a:p>
                      <a:pPr marL="0" indent="0" algn="l">
                        <a:buNone/>
                      </a:pPr>
                      <a:r>
                        <a:rPr lang="en-US" sz="1100" dirty="0">
                          <a:solidFill>
                            <a:srgbClr val="020202"/>
                          </a:solidFill>
                          <a:latin typeface="Times New Roman" pitchFamily="34" charset="0"/>
                          <a:ea typeface="Times New Roman" pitchFamily="34" charset="-122"/>
                          <a:cs typeface="Times New Roman" pitchFamily="34" charset="-120"/>
                        </a:rPr>
                        <a:t>PyTorch</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20202"/>
                          </a:solidFill>
                          <a:latin typeface="Times New Roman" pitchFamily="34" charset="0"/>
                          <a:ea typeface="Times New Roman" pitchFamily="34" charset="-122"/>
                          <a:cs typeface="Times New Roman" pitchFamily="34" charset="-120"/>
                        </a:rPr>
                        <a:t>2.13.0</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20202"/>
                          </a:solidFill>
                          <a:latin typeface="Times New Roman" pitchFamily="34" charset="0"/>
                          <a:ea typeface="Times New Roman" pitchFamily="34" charset="-122"/>
                          <a:cs typeface="Times New Roman" pitchFamily="34" charset="-120"/>
                        </a:rPr>
                        <a:t>Tensor computation, model execution</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100" dirty="0">
                          <a:solidFill>
                            <a:srgbClr val="020202"/>
                          </a:solidFill>
                          <a:latin typeface="Times New Roman" pitchFamily="34" charset="0"/>
                          <a:ea typeface="Times New Roman" pitchFamily="34" charset="-122"/>
                          <a:cs typeface="Times New Roman" pitchFamily="34" charset="-120"/>
                        </a:rPr>
                        <a:t>Sentence Transformers</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marL="0" indent="0" algn="l">
                        <a:buNone/>
                      </a:pPr>
                      <a:r>
                        <a:rPr lang="en-US" sz="1100" dirty="0">
                          <a:solidFill>
                            <a:srgbClr val="020202"/>
                          </a:solidFill>
                          <a:latin typeface="Times New Roman" pitchFamily="34" charset="0"/>
                          <a:ea typeface="Times New Roman" pitchFamily="34" charset="-122"/>
                          <a:cs typeface="Times New Roman" pitchFamily="34" charset="-120"/>
                        </a:rPr>
                        <a:t>5.6.1</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marL="0" indent="0" algn="l">
                        <a:buNone/>
                      </a:pPr>
                      <a:r>
                        <a:rPr lang="en-US" sz="1100" dirty="0">
                          <a:solidFill>
                            <a:srgbClr val="020202"/>
                          </a:solidFill>
                          <a:latin typeface="Times New Roman" pitchFamily="34" charset="0"/>
                          <a:ea typeface="Times New Roman" pitchFamily="34" charset="-122"/>
                          <a:cs typeface="Times New Roman" pitchFamily="34" charset="-120"/>
                        </a:rPr>
                        <a:t>Semantic embeddings (multi-qa-mpnet-base-cos-v1)</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4"/>
                  </a:ext>
                </a:extLst>
              </a:tr>
              <a:tr h="384048">
                <a:tc>
                  <a:txBody>
                    <a:bodyPr/>
                    <a:lstStyle/>
                    <a:p>
                      <a:pPr marL="0" indent="0" algn="l">
                        <a:buNone/>
                      </a:pPr>
                      <a:r>
                        <a:rPr lang="en-US" sz="1100" dirty="0">
                          <a:solidFill>
                            <a:srgbClr val="020202"/>
                          </a:solidFill>
                          <a:latin typeface="Times New Roman" pitchFamily="34" charset="0"/>
                          <a:ea typeface="Times New Roman" pitchFamily="34" charset="-122"/>
                          <a:cs typeface="Times New Roman" pitchFamily="34" charset="-120"/>
                        </a:rPr>
                        <a:t>Pinecone Client</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20202"/>
                          </a:solidFill>
                          <a:latin typeface="Times New Roman" pitchFamily="34" charset="0"/>
                          <a:ea typeface="Times New Roman" pitchFamily="34" charset="-122"/>
                          <a:cs typeface="Times New Roman" pitchFamily="34" charset="-120"/>
                        </a:rPr>
                        <a:t>v9.1.0</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20202"/>
                          </a:solidFill>
                          <a:latin typeface="Times New Roman" pitchFamily="34" charset="0"/>
                          <a:ea typeface="Times New Roman" pitchFamily="34" charset="-122"/>
                          <a:cs typeface="Times New Roman" pitchFamily="34" charset="-120"/>
                        </a:rPr>
                        <a:t>Vector storage and ANN similarity search</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lgn="l">
                        <a:buNone/>
                      </a:pPr>
                      <a:r>
                        <a:rPr lang="en-US" sz="1100" dirty="0">
                          <a:solidFill>
                            <a:srgbClr val="020202"/>
                          </a:solidFill>
                          <a:latin typeface="Times New Roman" pitchFamily="34" charset="0"/>
                          <a:ea typeface="Times New Roman" pitchFamily="34" charset="-122"/>
                          <a:cs typeface="Times New Roman" pitchFamily="34" charset="-120"/>
                        </a:rPr>
                        <a:t>Bayesian Optimization</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marL="0" indent="0" algn="l">
                        <a:buNone/>
                      </a:pPr>
                      <a:r>
                        <a:rPr lang="en-US" sz="1100" dirty="0">
                          <a:solidFill>
                            <a:srgbClr val="020202"/>
                          </a:solidFill>
                          <a:latin typeface="Times New Roman" pitchFamily="34" charset="0"/>
                          <a:ea typeface="Times New Roman" pitchFamily="34" charset="-122"/>
                          <a:cs typeface="Times New Roman" pitchFamily="34" charset="-120"/>
                        </a:rPr>
                        <a:t>3.3.0</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marL="0" indent="0" algn="l">
                        <a:buNone/>
                      </a:pPr>
                      <a:r>
                        <a:rPr lang="en-US" sz="1100" dirty="0">
                          <a:solidFill>
                            <a:srgbClr val="020202"/>
                          </a:solidFill>
                          <a:latin typeface="Times New Roman" pitchFamily="34" charset="0"/>
                          <a:ea typeface="Times New Roman" pitchFamily="34" charset="-122"/>
                          <a:cs typeface="Times New Roman" pitchFamily="34" charset="-120"/>
                        </a:rPr>
                        <a:t>GAR hyperparameter search</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6"/>
                  </a:ext>
                </a:extLst>
              </a:tr>
              <a:tr h="384048">
                <a:tc>
                  <a:txBody>
                    <a:bodyPr/>
                    <a:lstStyle/>
                    <a:p>
                      <a:pPr marL="0" indent="0" algn="l">
                        <a:buNone/>
                      </a:pPr>
                      <a:r>
                        <a:rPr lang="en-US" sz="1100" dirty="0">
                          <a:solidFill>
                            <a:srgbClr val="020202"/>
                          </a:solidFill>
                          <a:latin typeface="Times New Roman" pitchFamily="34" charset="0"/>
                          <a:ea typeface="Times New Roman" pitchFamily="34" charset="-122"/>
                          <a:cs typeface="Times New Roman" pitchFamily="34" charset="-120"/>
                        </a:rPr>
                        <a:t>LaTeX (Overleaf)</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20202"/>
                          </a:solidFill>
                          <a:latin typeface="Times New Roman" pitchFamily="34" charset="0"/>
                          <a:ea typeface="Times New Roman" pitchFamily="34" charset="-122"/>
                          <a:cs typeface="Times New Roman" pitchFamily="34" charset="-120"/>
                        </a:rPr>
                        <a:t>–</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20202"/>
                          </a:solidFill>
                          <a:latin typeface="Times New Roman" pitchFamily="34" charset="0"/>
                          <a:ea typeface="Times New Roman" pitchFamily="34" charset="-122"/>
                          <a:cs typeface="Times New Roman" pitchFamily="34" charset="-120"/>
                        </a:rPr>
                        <a:t>Research document preparation</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4" name="Text 1"/>
          <p:cNvSpPr txBox="1"/>
          <p:nvPr/>
        </p:nvSpPr>
        <p:spPr>
          <a:xfrm>
            <a:off x="411480" y="4343400"/>
            <a:ext cx="8321040" cy="502920"/>
          </a:xfrm>
          <a:prstGeom prst="rect">
            <a:avLst/>
          </a:prstGeom>
          <a:noFill/>
          <a:ln/>
        </p:spPr>
        <p:txBody>
          <a:bodyPr wrap="square" lIns="0" tIns="0" rIns="0" bIns="0" rtlCol="0" anchor="ctr"/>
          <a:lstStyle/>
          <a:p>
            <a:pPr marL="0" indent="0">
              <a:buNone/>
            </a:pPr>
            <a:r>
              <a:rPr lang="en-US" sz="1150" i="1" dirty="0">
                <a:solidFill>
                  <a:srgbClr val="020202"/>
                </a:solidFill>
                <a:latin typeface="Times New Roman" pitchFamily="34" charset="0"/>
                <a:ea typeface="Times New Roman" pitchFamily="34" charset="-122"/>
                <a:cs typeface="Times New Roman" pitchFamily="34" charset="-120"/>
              </a:rPr>
              <a:t>Modules: Retrieval Module (embedding + ANN search) · Scoring Module (R, C, N → GAR score) · Selection Module (Top-k ranking, hand-off to MIGRES).</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marL="0" indent="0" algn="ctr">
              <a:buNone/>
            </a:pPr>
            <a:r>
              <a:rPr lang="en-US" sz="2800" b="1" dirty="0">
                <a:solidFill>
                  <a:srgbClr val="020202"/>
                </a:solidFill>
                <a:latin typeface="Times New Roman" pitchFamily="34" charset="0"/>
                <a:ea typeface="Times New Roman" pitchFamily="34" charset="-122"/>
                <a:cs typeface="Times New Roman" pitchFamily="34" charset="-120"/>
              </a:rPr>
              <a:t>Applications</a:t>
            </a:r>
            <a:endParaRPr lang="en-US" sz="2800" dirty="0"/>
          </a:p>
        </p:txBody>
      </p:sp>
      <p:sp>
        <p:nvSpPr>
          <p:cNvPr id="3" name="Text 1"/>
          <p:cNvSpPr txBox="1"/>
          <p:nvPr/>
        </p:nvSpPr>
        <p:spPr>
          <a:xfrm>
            <a:off x="411480" y="1188720"/>
            <a:ext cx="8321040" cy="35204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300" dirty="0">
                <a:solidFill>
                  <a:srgbClr val="020202"/>
                </a:solidFill>
                <a:latin typeface="Times New Roman" pitchFamily="34" charset="0"/>
                <a:ea typeface="Times New Roman" pitchFamily="34" charset="-122"/>
                <a:cs typeface="Times New Roman" pitchFamily="34" charset="-120"/>
              </a:rPr>
              <a:t>Multi-Hop Question Answering: The methodology is suited to questions whose answers require complementary information from multiple documents or retrieval steps.</a:t>
            </a:r>
            <a:endParaRPr lang="en-US" sz="1300" dirty="0"/>
          </a:p>
          <a:p>
            <a:pPr marL="342900" indent="-342900">
              <a:lnSpc>
                <a:spcPct val="115000"/>
              </a:lnSpc>
              <a:spcAft>
                <a:spcPts val="1000"/>
              </a:spcAft>
              <a:buSzPct val="100000"/>
              <a:buChar char="•"/>
            </a:pPr>
            <a:r>
              <a:rPr lang="en-US" sz="1300" dirty="0">
                <a:solidFill>
                  <a:srgbClr val="020202"/>
                </a:solidFill>
                <a:latin typeface="Times New Roman" pitchFamily="34" charset="0"/>
                <a:ea typeface="Times New Roman" pitchFamily="34" charset="-122"/>
                <a:cs typeface="Times New Roman" pitchFamily="34" charset="-120"/>
              </a:rPr>
              <a:t>Iterative Retrieval-Augmented Generation: GAR can serve as a retrieval component in RAG systems that repeatedly acquire evidence as the answer is developed and the information requirement changes.</a:t>
            </a:r>
            <a:endParaRPr lang="en-US" sz="1300" dirty="0"/>
          </a:p>
          <a:p>
            <a:pPr marL="342900" indent="-342900">
              <a:lnSpc>
                <a:spcPct val="115000"/>
              </a:lnSpc>
              <a:spcAft>
                <a:spcPts val="1000"/>
              </a:spcAft>
              <a:buSzPct val="100000"/>
              <a:buChar char="•"/>
            </a:pPr>
            <a:r>
              <a:rPr lang="en-US" sz="1300" dirty="0">
                <a:solidFill>
                  <a:srgbClr val="020202"/>
                </a:solidFill>
                <a:latin typeface="Times New Roman" pitchFamily="34" charset="0"/>
                <a:ea typeface="Times New Roman" pitchFamily="34" charset="-122"/>
                <a:cs typeface="Times New Roman" pitchFamily="34" charset="-120"/>
              </a:rPr>
              <a:t>Research-Oriented Evidence Retrieval: The gap and evidence signals can help research-oriented systems focus subsequent retrieval on information that is still required rather than repeatedly collecting already-covered material.</a:t>
            </a:r>
            <a:endParaRPr lang="en-US" sz="1300" dirty="0"/>
          </a:p>
          <a:p>
            <a:pPr marL="342900" indent="-342900">
              <a:lnSpc>
                <a:spcPct val="115000"/>
              </a:lnSpc>
              <a:spcAft>
                <a:spcPts val="1000"/>
              </a:spcAft>
              <a:buSzPct val="100000"/>
              <a:buChar char="•"/>
            </a:pPr>
            <a:r>
              <a:rPr lang="en-US" sz="1300" dirty="0">
                <a:solidFill>
                  <a:srgbClr val="020202"/>
                </a:solidFill>
                <a:latin typeface="Times New Roman" pitchFamily="34" charset="0"/>
                <a:ea typeface="Times New Roman" pitchFamily="34" charset="-122"/>
                <a:cs typeface="Times New Roman" pitchFamily="34" charset="-120"/>
              </a:rPr>
              <a:t>Large-Scale Evidence Gathering: ANN candidate generation allows the retrieval stage to operate over large document collections while restricting full GAR scoring to a manageable candidate set.</a:t>
            </a:r>
            <a:endParaRPr lang="en-US" sz="1300" dirty="0"/>
          </a:p>
          <a:p>
            <a:pPr marL="342900" indent="-342900">
              <a:lnSpc>
                <a:spcPct val="115000"/>
              </a:lnSpc>
              <a:spcAft>
                <a:spcPts val="1000"/>
              </a:spcAft>
              <a:buSzPct val="100000"/>
              <a:buChar char="•"/>
            </a:pPr>
            <a:r>
              <a:rPr lang="en-US" sz="1300" dirty="0">
                <a:solidFill>
                  <a:srgbClr val="020202"/>
                </a:solidFill>
                <a:latin typeface="Times New Roman" pitchFamily="34" charset="0"/>
                <a:ea typeface="Times New Roman" pitchFamily="34" charset="-122"/>
                <a:cs typeface="Times New Roman" pitchFamily="34" charset="-120"/>
              </a:rPr>
              <a:t>Missing-Information-Guided AI Systems: The approach is applicable to systems that explicitly maintain an information-gap state and can provide that state to the retrieval component.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93" name="Text 0"/>
          <p:cNvSpPr/>
          <p:nvPr/>
        </p:nvSpPr>
        <p:spPr>
          <a:xfrm>
            <a:off x="205740" y="171450"/>
            <a:ext cx="8709660" cy="342900"/>
          </a:xfrm>
          <a:prstGeom prst="rect">
            <a:avLst/>
          </a:prstGeom>
          <a:noFill/>
        </p:spPr>
        <p:txBody>
          <a:bodyPr wrap="square" rtlCol="0" anchor="ctr"/>
          <a:lstStyle/>
          <a:p>
            <a:pPr algn="ctr"/>
            <a:r>
              <a:rPr lang="en-US" sz="1650"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PLANNING &amp; GANTT CHART</a:t>
            </a:r>
            <a:endParaRPr lang="en-US" sz="1650" dirty="0"/>
          </a:p>
        </p:txBody>
      </p:sp>
      <p:sp>
        <p:nvSpPr>
          <p:cNvPr id="94" name="Shape 2"/>
          <p:cNvSpPr/>
          <p:nvPr/>
        </p:nvSpPr>
        <p:spPr>
          <a:xfrm>
            <a:off x="754380" y="726694"/>
            <a:ext cx="754380" cy="356616"/>
          </a:xfrm>
          <a:prstGeom prst="rect">
            <a:avLst/>
          </a:prstGeom>
          <a:solidFill>
            <a:srgbClr val="D9D9D9"/>
          </a:solidFill>
          <a:ln w="6350">
            <a:solidFill>
              <a:srgbClr val="666666"/>
            </a:solidFill>
            <a:prstDash val="solid"/>
          </a:ln>
        </p:spPr>
      </p:sp>
      <p:sp>
        <p:nvSpPr>
          <p:cNvPr id="95" name="Text 3"/>
          <p:cNvSpPr/>
          <p:nvPr/>
        </p:nvSpPr>
        <p:spPr>
          <a:xfrm>
            <a:off x="754380" y="726694"/>
            <a:ext cx="754380" cy="356616"/>
          </a:xfrm>
          <a:prstGeom prst="rect">
            <a:avLst/>
          </a:prstGeom>
          <a:noFill/>
        </p:spPr>
        <p:txBody>
          <a:bodyPr wrap="square" lIns="19050" tIns="19050" rIns="19050" bIns="19050" rtlCol="0" anchor="ctr"/>
          <a:lstStyle/>
          <a:p>
            <a:pPr algn="ctr"/>
            <a:r>
              <a:rPr lang="en-US" sz="56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DURATION/</a:t>
            </a:r>
            <a:endParaRPr lang="en-US" sz="565" dirty="0"/>
          </a:p>
          <a:p>
            <a:pPr algn="ctr"/>
            <a:r>
              <a:rPr lang="en-US" sz="56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ACTIVITIES</a:t>
            </a:r>
            <a:endParaRPr lang="en-US" sz="565" dirty="0"/>
          </a:p>
        </p:txBody>
      </p:sp>
      <p:sp>
        <p:nvSpPr>
          <p:cNvPr id="96" name="Shape 6"/>
          <p:cNvSpPr/>
          <p:nvPr/>
        </p:nvSpPr>
        <p:spPr>
          <a:xfrm>
            <a:off x="1508633" y="726694"/>
            <a:ext cx="795528" cy="205740"/>
          </a:xfrm>
          <a:prstGeom prst="rect">
            <a:avLst/>
          </a:prstGeom>
          <a:solidFill>
            <a:srgbClr val="D9D9D9"/>
          </a:solidFill>
          <a:ln w="6350">
            <a:solidFill>
              <a:srgbClr val="666666"/>
            </a:solidFill>
            <a:prstDash val="solid"/>
          </a:ln>
        </p:spPr>
      </p:sp>
      <p:sp>
        <p:nvSpPr>
          <p:cNvPr id="97" name="Text 7"/>
          <p:cNvSpPr/>
          <p:nvPr/>
        </p:nvSpPr>
        <p:spPr>
          <a:xfrm>
            <a:off x="1508633" y="726694"/>
            <a:ext cx="795528" cy="205740"/>
          </a:xfrm>
          <a:prstGeom prst="rect">
            <a:avLst/>
          </a:prstGeom>
          <a:noFill/>
        </p:spPr>
        <p:txBody>
          <a:bodyPr wrap="square" lIns="0" tIns="0" rIns="0" bIns="0" rtlCol="0" anchor="ctr"/>
          <a:lstStyle/>
          <a:p>
            <a:pPr algn="ctr"/>
            <a:r>
              <a:rPr lang="en-US" sz="67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MAR</a:t>
            </a:r>
            <a:endParaRPr lang="en-US" sz="675" dirty="0"/>
          </a:p>
        </p:txBody>
      </p:sp>
      <p:sp>
        <p:nvSpPr>
          <p:cNvPr id="98" name="Shape 8"/>
          <p:cNvSpPr/>
          <p:nvPr/>
        </p:nvSpPr>
        <p:spPr>
          <a:xfrm>
            <a:off x="2304161" y="726694"/>
            <a:ext cx="795528" cy="205740"/>
          </a:xfrm>
          <a:prstGeom prst="rect">
            <a:avLst/>
          </a:prstGeom>
          <a:solidFill>
            <a:srgbClr val="D9D9D9"/>
          </a:solidFill>
          <a:ln w="6350">
            <a:solidFill>
              <a:srgbClr val="666666"/>
            </a:solidFill>
            <a:prstDash val="solid"/>
          </a:ln>
        </p:spPr>
      </p:sp>
      <p:sp>
        <p:nvSpPr>
          <p:cNvPr id="99" name="Text 9"/>
          <p:cNvSpPr/>
          <p:nvPr/>
        </p:nvSpPr>
        <p:spPr>
          <a:xfrm>
            <a:off x="2304161" y="726694"/>
            <a:ext cx="795528" cy="205740"/>
          </a:xfrm>
          <a:prstGeom prst="rect">
            <a:avLst/>
          </a:prstGeom>
          <a:noFill/>
        </p:spPr>
        <p:txBody>
          <a:bodyPr wrap="square" lIns="0" tIns="0" rIns="0" bIns="0" rtlCol="0" anchor="ctr"/>
          <a:lstStyle/>
          <a:p>
            <a:pPr algn="ctr"/>
            <a:r>
              <a:rPr lang="en-US" sz="67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APR</a:t>
            </a:r>
            <a:endParaRPr lang="en-US" sz="675" dirty="0"/>
          </a:p>
        </p:txBody>
      </p:sp>
      <p:sp>
        <p:nvSpPr>
          <p:cNvPr id="100" name="Shape 10"/>
          <p:cNvSpPr/>
          <p:nvPr/>
        </p:nvSpPr>
        <p:spPr>
          <a:xfrm>
            <a:off x="3099689" y="726694"/>
            <a:ext cx="795528" cy="205740"/>
          </a:xfrm>
          <a:prstGeom prst="rect">
            <a:avLst/>
          </a:prstGeom>
          <a:solidFill>
            <a:srgbClr val="D9D9D9"/>
          </a:solidFill>
          <a:ln w="6350">
            <a:solidFill>
              <a:srgbClr val="666666"/>
            </a:solidFill>
            <a:prstDash val="solid"/>
          </a:ln>
        </p:spPr>
      </p:sp>
      <p:sp>
        <p:nvSpPr>
          <p:cNvPr id="101" name="Text 11"/>
          <p:cNvSpPr/>
          <p:nvPr/>
        </p:nvSpPr>
        <p:spPr>
          <a:xfrm>
            <a:off x="3099689" y="726694"/>
            <a:ext cx="795528" cy="205740"/>
          </a:xfrm>
          <a:prstGeom prst="rect">
            <a:avLst/>
          </a:prstGeom>
          <a:noFill/>
        </p:spPr>
        <p:txBody>
          <a:bodyPr wrap="square" lIns="0" tIns="0" rIns="0" bIns="0" rtlCol="0" anchor="ctr"/>
          <a:lstStyle/>
          <a:p>
            <a:pPr algn="ctr"/>
            <a:r>
              <a:rPr lang="en-US" sz="67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MAY</a:t>
            </a:r>
            <a:endParaRPr lang="en-US" sz="675" dirty="0"/>
          </a:p>
        </p:txBody>
      </p:sp>
      <p:sp>
        <p:nvSpPr>
          <p:cNvPr id="102" name="Shape 12"/>
          <p:cNvSpPr/>
          <p:nvPr/>
        </p:nvSpPr>
        <p:spPr>
          <a:xfrm>
            <a:off x="3895217" y="726694"/>
            <a:ext cx="795528" cy="205740"/>
          </a:xfrm>
          <a:prstGeom prst="rect">
            <a:avLst/>
          </a:prstGeom>
          <a:solidFill>
            <a:srgbClr val="D9D9D9"/>
          </a:solidFill>
          <a:ln w="6350">
            <a:solidFill>
              <a:srgbClr val="666666"/>
            </a:solidFill>
            <a:prstDash val="solid"/>
          </a:ln>
        </p:spPr>
      </p:sp>
      <p:sp>
        <p:nvSpPr>
          <p:cNvPr id="103" name="Text 13"/>
          <p:cNvSpPr/>
          <p:nvPr/>
        </p:nvSpPr>
        <p:spPr>
          <a:xfrm>
            <a:off x="3895217" y="726694"/>
            <a:ext cx="795528" cy="205740"/>
          </a:xfrm>
          <a:prstGeom prst="rect">
            <a:avLst/>
          </a:prstGeom>
          <a:noFill/>
        </p:spPr>
        <p:txBody>
          <a:bodyPr wrap="square" lIns="0" tIns="0" rIns="0" bIns="0" rtlCol="0" anchor="ctr"/>
          <a:lstStyle/>
          <a:p>
            <a:pPr algn="ctr"/>
            <a:r>
              <a:rPr lang="en-US" sz="67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JUN</a:t>
            </a:r>
            <a:endParaRPr lang="en-US" sz="675" dirty="0"/>
          </a:p>
        </p:txBody>
      </p:sp>
      <p:sp>
        <p:nvSpPr>
          <p:cNvPr id="104" name="Shape 14"/>
          <p:cNvSpPr/>
          <p:nvPr/>
        </p:nvSpPr>
        <p:spPr>
          <a:xfrm>
            <a:off x="4690745" y="726694"/>
            <a:ext cx="795528" cy="205740"/>
          </a:xfrm>
          <a:prstGeom prst="rect">
            <a:avLst/>
          </a:prstGeom>
          <a:solidFill>
            <a:srgbClr val="D9D9D9"/>
          </a:solidFill>
          <a:ln w="6350">
            <a:solidFill>
              <a:srgbClr val="666666"/>
            </a:solidFill>
            <a:prstDash val="solid"/>
          </a:ln>
        </p:spPr>
      </p:sp>
      <p:sp>
        <p:nvSpPr>
          <p:cNvPr id="105" name="Text 15"/>
          <p:cNvSpPr/>
          <p:nvPr/>
        </p:nvSpPr>
        <p:spPr>
          <a:xfrm>
            <a:off x="4690745" y="726694"/>
            <a:ext cx="795528" cy="205740"/>
          </a:xfrm>
          <a:prstGeom prst="rect">
            <a:avLst/>
          </a:prstGeom>
          <a:noFill/>
        </p:spPr>
        <p:txBody>
          <a:bodyPr wrap="square" lIns="0" tIns="0" rIns="0" bIns="0" rtlCol="0" anchor="ctr"/>
          <a:lstStyle/>
          <a:p>
            <a:pPr algn="ctr"/>
            <a:r>
              <a:rPr lang="en-US" sz="67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JUL</a:t>
            </a:r>
            <a:endParaRPr lang="en-US" sz="675" dirty="0"/>
          </a:p>
        </p:txBody>
      </p:sp>
      <p:sp>
        <p:nvSpPr>
          <p:cNvPr id="106" name="Shape 16"/>
          <p:cNvSpPr/>
          <p:nvPr/>
        </p:nvSpPr>
        <p:spPr>
          <a:xfrm>
            <a:off x="5486273" y="726694"/>
            <a:ext cx="795528" cy="205740"/>
          </a:xfrm>
          <a:prstGeom prst="rect">
            <a:avLst/>
          </a:prstGeom>
          <a:solidFill>
            <a:srgbClr val="D9D9D9"/>
          </a:solidFill>
          <a:ln w="6350">
            <a:solidFill>
              <a:srgbClr val="666666"/>
            </a:solidFill>
            <a:prstDash val="solid"/>
          </a:ln>
        </p:spPr>
      </p:sp>
      <p:sp>
        <p:nvSpPr>
          <p:cNvPr id="107" name="Text 17"/>
          <p:cNvSpPr/>
          <p:nvPr/>
        </p:nvSpPr>
        <p:spPr>
          <a:xfrm>
            <a:off x="5486273" y="726694"/>
            <a:ext cx="795528" cy="205740"/>
          </a:xfrm>
          <a:prstGeom prst="rect">
            <a:avLst/>
          </a:prstGeom>
          <a:noFill/>
        </p:spPr>
        <p:txBody>
          <a:bodyPr wrap="square" lIns="0" tIns="0" rIns="0" bIns="0" rtlCol="0" anchor="ctr"/>
          <a:lstStyle/>
          <a:p>
            <a:pPr algn="ctr"/>
            <a:r>
              <a:rPr lang="en-US" sz="67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AUG</a:t>
            </a:r>
            <a:endParaRPr lang="en-US" sz="675" dirty="0"/>
          </a:p>
        </p:txBody>
      </p:sp>
      <p:sp>
        <p:nvSpPr>
          <p:cNvPr id="108" name="Shape 18"/>
          <p:cNvSpPr/>
          <p:nvPr/>
        </p:nvSpPr>
        <p:spPr>
          <a:xfrm>
            <a:off x="6281801" y="726694"/>
            <a:ext cx="795528" cy="205740"/>
          </a:xfrm>
          <a:prstGeom prst="rect">
            <a:avLst/>
          </a:prstGeom>
          <a:solidFill>
            <a:srgbClr val="D9D9D9"/>
          </a:solidFill>
          <a:ln w="6350">
            <a:solidFill>
              <a:srgbClr val="666666"/>
            </a:solidFill>
            <a:prstDash val="solid"/>
          </a:ln>
        </p:spPr>
      </p:sp>
      <p:sp>
        <p:nvSpPr>
          <p:cNvPr id="109" name="Text 19"/>
          <p:cNvSpPr/>
          <p:nvPr/>
        </p:nvSpPr>
        <p:spPr>
          <a:xfrm>
            <a:off x="6281801" y="726694"/>
            <a:ext cx="795528" cy="205740"/>
          </a:xfrm>
          <a:prstGeom prst="rect">
            <a:avLst/>
          </a:prstGeom>
          <a:noFill/>
        </p:spPr>
        <p:txBody>
          <a:bodyPr wrap="square" lIns="0" tIns="0" rIns="0" bIns="0" rtlCol="0" anchor="ctr"/>
          <a:lstStyle/>
          <a:p>
            <a:pPr algn="ctr"/>
            <a:r>
              <a:rPr lang="en-US" sz="67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SEPT</a:t>
            </a:r>
            <a:endParaRPr lang="en-US" sz="675" dirty="0"/>
          </a:p>
        </p:txBody>
      </p:sp>
      <p:sp>
        <p:nvSpPr>
          <p:cNvPr id="110" name="Shape 20"/>
          <p:cNvSpPr/>
          <p:nvPr/>
        </p:nvSpPr>
        <p:spPr>
          <a:xfrm>
            <a:off x="7077329" y="726694"/>
            <a:ext cx="795528" cy="205740"/>
          </a:xfrm>
          <a:prstGeom prst="rect">
            <a:avLst/>
          </a:prstGeom>
          <a:solidFill>
            <a:srgbClr val="D9D9D9"/>
          </a:solidFill>
          <a:ln w="6350">
            <a:solidFill>
              <a:srgbClr val="666666"/>
            </a:solidFill>
            <a:prstDash val="solid"/>
          </a:ln>
        </p:spPr>
      </p:sp>
      <p:sp>
        <p:nvSpPr>
          <p:cNvPr id="111" name="Text 21"/>
          <p:cNvSpPr/>
          <p:nvPr/>
        </p:nvSpPr>
        <p:spPr>
          <a:xfrm>
            <a:off x="7077329" y="726694"/>
            <a:ext cx="795528" cy="205740"/>
          </a:xfrm>
          <a:prstGeom prst="rect">
            <a:avLst/>
          </a:prstGeom>
          <a:noFill/>
        </p:spPr>
        <p:txBody>
          <a:bodyPr wrap="square" lIns="0" tIns="0" rIns="0" bIns="0" rtlCol="0" anchor="ctr"/>
          <a:lstStyle/>
          <a:p>
            <a:pPr algn="ctr"/>
            <a:r>
              <a:rPr lang="en-US" sz="67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OCT</a:t>
            </a:r>
            <a:endParaRPr lang="en-US" sz="675" dirty="0"/>
          </a:p>
        </p:txBody>
      </p:sp>
      <p:sp>
        <p:nvSpPr>
          <p:cNvPr id="112" name="Shape 22"/>
          <p:cNvSpPr/>
          <p:nvPr/>
        </p:nvSpPr>
        <p:spPr>
          <a:xfrm>
            <a:off x="7872857" y="726694"/>
            <a:ext cx="795528" cy="205740"/>
          </a:xfrm>
          <a:prstGeom prst="rect">
            <a:avLst/>
          </a:prstGeom>
          <a:solidFill>
            <a:srgbClr val="D9D9D9"/>
          </a:solidFill>
          <a:ln w="6350">
            <a:solidFill>
              <a:srgbClr val="666666"/>
            </a:solidFill>
            <a:prstDash val="solid"/>
          </a:ln>
        </p:spPr>
      </p:sp>
      <p:sp>
        <p:nvSpPr>
          <p:cNvPr id="113" name="Text 23"/>
          <p:cNvSpPr/>
          <p:nvPr/>
        </p:nvSpPr>
        <p:spPr>
          <a:xfrm>
            <a:off x="7872857" y="726694"/>
            <a:ext cx="795528" cy="205740"/>
          </a:xfrm>
          <a:prstGeom prst="rect">
            <a:avLst/>
          </a:prstGeom>
          <a:noFill/>
        </p:spPr>
        <p:txBody>
          <a:bodyPr wrap="square" lIns="0" tIns="0" rIns="0" bIns="0" rtlCol="0" anchor="ctr"/>
          <a:lstStyle/>
          <a:p>
            <a:pPr algn="ctr"/>
            <a:r>
              <a:rPr lang="en-US" sz="67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NOV</a:t>
            </a:r>
            <a:endParaRPr lang="en-US" sz="675" dirty="0"/>
          </a:p>
        </p:txBody>
      </p:sp>
      <p:sp>
        <p:nvSpPr>
          <p:cNvPr id="114" name="Shape 32"/>
          <p:cNvSpPr/>
          <p:nvPr/>
        </p:nvSpPr>
        <p:spPr>
          <a:xfrm>
            <a:off x="1508633" y="932434"/>
            <a:ext cx="198882" cy="150876"/>
          </a:xfrm>
          <a:prstGeom prst="rect">
            <a:avLst/>
          </a:prstGeom>
          <a:solidFill>
            <a:srgbClr val="D9D9D9"/>
          </a:solidFill>
          <a:ln w="6350">
            <a:solidFill>
              <a:srgbClr val="666666"/>
            </a:solidFill>
            <a:prstDash val="solid"/>
          </a:ln>
        </p:spPr>
      </p:sp>
      <p:sp>
        <p:nvSpPr>
          <p:cNvPr id="115" name="Text 33"/>
          <p:cNvSpPr/>
          <p:nvPr/>
        </p:nvSpPr>
        <p:spPr>
          <a:xfrm>
            <a:off x="1508633"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1</a:t>
            </a:r>
            <a:endParaRPr lang="en-US" sz="525" dirty="0"/>
          </a:p>
        </p:txBody>
      </p:sp>
      <p:sp>
        <p:nvSpPr>
          <p:cNvPr id="116" name="Shape 34"/>
          <p:cNvSpPr/>
          <p:nvPr/>
        </p:nvSpPr>
        <p:spPr>
          <a:xfrm>
            <a:off x="1707515" y="932434"/>
            <a:ext cx="198882" cy="150876"/>
          </a:xfrm>
          <a:prstGeom prst="rect">
            <a:avLst/>
          </a:prstGeom>
          <a:solidFill>
            <a:srgbClr val="D9D9D9"/>
          </a:solidFill>
          <a:ln w="6350">
            <a:solidFill>
              <a:srgbClr val="666666"/>
            </a:solidFill>
            <a:prstDash val="solid"/>
          </a:ln>
        </p:spPr>
      </p:sp>
      <p:sp>
        <p:nvSpPr>
          <p:cNvPr id="117" name="Text 35"/>
          <p:cNvSpPr/>
          <p:nvPr/>
        </p:nvSpPr>
        <p:spPr>
          <a:xfrm>
            <a:off x="1707515"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2</a:t>
            </a:r>
            <a:endParaRPr lang="en-US" sz="525" dirty="0"/>
          </a:p>
        </p:txBody>
      </p:sp>
      <p:sp>
        <p:nvSpPr>
          <p:cNvPr id="118" name="Shape 36"/>
          <p:cNvSpPr/>
          <p:nvPr/>
        </p:nvSpPr>
        <p:spPr>
          <a:xfrm>
            <a:off x="1906397" y="932434"/>
            <a:ext cx="198882" cy="150876"/>
          </a:xfrm>
          <a:prstGeom prst="rect">
            <a:avLst/>
          </a:prstGeom>
          <a:solidFill>
            <a:srgbClr val="D9D9D9"/>
          </a:solidFill>
          <a:ln w="6350">
            <a:solidFill>
              <a:srgbClr val="666666"/>
            </a:solidFill>
            <a:prstDash val="solid"/>
          </a:ln>
        </p:spPr>
      </p:sp>
      <p:sp>
        <p:nvSpPr>
          <p:cNvPr id="119" name="Text 37"/>
          <p:cNvSpPr/>
          <p:nvPr/>
        </p:nvSpPr>
        <p:spPr>
          <a:xfrm>
            <a:off x="1906397"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3</a:t>
            </a:r>
            <a:endParaRPr lang="en-US" sz="525" dirty="0"/>
          </a:p>
        </p:txBody>
      </p:sp>
      <p:sp>
        <p:nvSpPr>
          <p:cNvPr id="120" name="Shape 38"/>
          <p:cNvSpPr/>
          <p:nvPr/>
        </p:nvSpPr>
        <p:spPr>
          <a:xfrm>
            <a:off x="2105279" y="932434"/>
            <a:ext cx="198882" cy="150876"/>
          </a:xfrm>
          <a:prstGeom prst="rect">
            <a:avLst/>
          </a:prstGeom>
          <a:solidFill>
            <a:srgbClr val="D9D9D9"/>
          </a:solidFill>
          <a:ln w="6350">
            <a:solidFill>
              <a:srgbClr val="666666"/>
            </a:solidFill>
            <a:prstDash val="solid"/>
          </a:ln>
        </p:spPr>
      </p:sp>
      <p:sp>
        <p:nvSpPr>
          <p:cNvPr id="121" name="Text 39"/>
          <p:cNvSpPr/>
          <p:nvPr/>
        </p:nvSpPr>
        <p:spPr>
          <a:xfrm>
            <a:off x="2105279"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4</a:t>
            </a:r>
            <a:endParaRPr lang="en-US" sz="525" dirty="0"/>
          </a:p>
        </p:txBody>
      </p:sp>
      <p:sp>
        <p:nvSpPr>
          <p:cNvPr id="122" name="Shape 40"/>
          <p:cNvSpPr/>
          <p:nvPr/>
        </p:nvSpPr>
        <p:spPr>
          <a:xfrm>
            <a:off x="2304161" y="932434"/>
            <a:ext cx="198882" cy="150876"/>
          </a:xfrm>
          <a:prstGeom prst="rect">
            <a:avLst/>
          </a:prstGeom>
          <a:solidFill>
            <a:srgbClr val="D9D9D9"/>
          </a:solidFill>
          <a:ln w="6350">
            <a:solidFill>
              <a:srgbClr val="666666"/>
            </a:solidFill>
            <a:prstDash val="solid"/>
          </a:ln>
        </p:spPr>
      </p:sp>
      <p:sp>
        <p:nvSpPr>
          <p:cNvPr id="123" name="Text 41"/>
          <p:cNvSpPr/>
          <p:nvPr/>
        </p:nvSpPr>
        <p:spPr>
          <a:xfrm>
            <a:off x="2304161"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1</a:t>
            </a:r>
            <a:endParaRPr lang="en-US" sz="525" dirty="0"/>
          </a:p>
        </p:txBody>
      </p:sp>
      <p:sp>
        <p:nvSpPr>
          <p:cNvPr id="124" name="Shape 42"/>
          <p:cNvSpPr/>
          <p:nvPr/>
        </p:nvSpPr>
        <p:spPr>
          <a:xfrm>
            <a:off x="2503043" y="932434"/>
            <a:ext cx="198882" cy="150876"/>
          </a:xfrm>
          <a:prstGeom prst="rect">
            <a:avLst/>
          </a:prstGeom>
          <a:solidFill>
            <a:srgbClr val="D9D9D9"/>
          </a:solidFill>
          <a:ln w="6350">
            <a:solidFill>
              <a:srgbClr val="666666"/>
            </a:solidFill>
            <a:prstDash val="solid"/>
          </a:ln>
        </p:spPr>
      </p:sp>
      <p:sp>
        <p:nvSpPr>
          <p:cNvPr id="125" name="Text 43"/>
          <p:cNvSpPr/>
          <p:nvPr/>
        </p:nvSpPr>
        <p:spPr>
          <a:xfrm>
            <a:off x="2503043"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2</a:t>
            </a:r>
            <a:endParaRPr lang="en-US" sz="525" dirty="0"/>
          </a:p>
        </p:txBody>
      </p:sp>
      <p:sp>
        <p:nvSpPr>
          <p:cNvPr id="126" name="Shape 44"/>
          <p:cNvSpPr/>
          <p:nvPr/>
        </p:nvSpPr>
        <p:spPr>
          <a:xfrm>
            <a:off x="2701925" y="932434"/>
            <a:ext cx="198882" cy="150876"/>
          </a:xfrm>
          <a:prstGeom prst="rect">
            <a:avLst/>
          </a:prstGeom>
          <a:solidFill>
            <a:srgbClr val="D9D9D9"/>
          </a:solidFill>
          <a:ln w="6350">
            <a:solidFill>
              <a:srgbClr val="666666"/>
            </a:solidFill>
            <a:prstDash val="solid"/>
          </a:ln>
        </p:spPr>
      </p:sp>
      <p:sp>
        <p:nvSpPr>
          <p:cNvPr id="127" name="Text 45"/>
          <p:cNvSpPr/>
          <p:nvPr/>
        </p:nvSpPr>
        <p:spPr>
          <a:xfrm>
            <a:off x="2701925"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3</a:t>
            </a:r>
            <a:endParaRPr lang="en-US" sz="525" dirty="0"/>
          </a:p>
        </p:txBody>
      </p:sp>
      <p:sp>
        <p:nvSpPr>
          <p:cNvPr id="128" name="Shape 46"/>
          <p:cNvSpPr/>
          <p:nvPr/>
        </p:nvSpPr>
        <p:spPr>
          <a:xfrm>
            <a:off x="2900807" y="932434"/>
            <a:ext cx="198882" cy="150876"/>
          </a:xfrm>
          <a:prstGeom prst="rect">
            <a:avLst/>
          </a:prstGeom>
          <a:solidFill>
            <a:srgbClr val="D9D9D9"/>
          </a:solidFill>
          <a:ln w="6350">
            <a:solidFill>
              <a:srgbClr val="666666"/>
            </a:solidFill>
            <a:prstDash val="solid"/>
          </a:ln>
        </p:spPr>
      </p:sp>
      <p:sp>
        <p:nvSpPr>
          <p:cNvPr id="129" name="Text 47"/>
          <p:cNvSpPr/>
          <p:nvPr/>
        </p:nvSpPr>
        <p:spPr>
          <a:xfrm>
            <a:off x="2900807"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4</a:t>
            </a:r>
            <a:endParaRPr lang="en-US" sz="525" dirty="0"/>
          </a:p>
        </p:txBody>
      </p:sp>
      <p:sp>
        <p:nvSpPr>
          <p:cNvPr id="130" name="Shape 48"/>
          <p:cNvSpPr/>
          <p:nvPr/>
        </p:nvSpPr>
        <p:spPr>
          <a:xfrm>
            <a:off x="3099689" y="932434"/>
            <a:ext cx="198882" cy="150876"/>
          </a:xfrm>
          <a:prstGeom prst="rect">
            <a:avLst/>
          </a:prstGeom>
          <a:solidFill>
            <a:srgbClr val="D9D9D9"/>
          </a:solidFill>
          <a:ln w="6350">
            <a:solidFill>
              <a:srgbClr val="666666"/>
            </a:solidFill>
            <a:prstDash val="solid"/>
          </a:ln>
        </p:spPr>
      </p:sp>
      <p:sp>
        <p:nvSpPr>
          <p:cNvPr id="131" name="Text 49"/>
          <p:cNvSpPr/>
          <p:nvPr/>
        </p:nvSpPr>
        <p:spPr>
          <a:xfrm>
            <a:off x="3099689"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1</a:t>
            </a:r>
            <a:endParaRPr lang="en-US" sz="525" dirty="0"/>
          </a:p>
        </p:txBody>
      </p:sp>
      <p:sp>
        <p:nvSpPr>
          <p:cNvPr id="132" name="Shape 50"/>
          <p:cNvSpPr/>
          <p:nvPr/>
        </p:nvSpPr>
        <p:spPr>
          <a:xfrm>
            <a:off x="3298571" y="932434"/>
            <a:ext cx="198882" cy="150876"/>
          </a:xfrm>
          <a:prstGeom prst="rect">
            <a:avLst/>
          </a:prstGeom>
          <a:solidFill>
            <a:srgbClr val="D9D9D9"/>
          </a:solidFill>
          <a:ln w="6350">
            <a:solidFill>
              <a:srgbClr val="666666"/>
            </a:solidFill>
            <a:prstDash val="solid"/>
          </a:ln>
        </p:spPr>
      </p:sp>
      <p:sp>
        <p:nvSpPr>
          <p:cNvPr id="133" name="Text 51"/>
          <p:cNvSpPr/>
          <p:nvPr/>
        </p:nvSpPr>
        <p:spPr>
          <a:xfrm>
            <a:off x="3298571"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2</a:t>
            </a:r>
            <a:endParaRPr lang="en-US" sz="525" dirty="0"/>
          </a:p>
        </p:txBody>
      </p:sp>
      <p:sp>
        <p:nvSpPr>
          <p:cNvPr id="134" name="Shape 52"/>
          <p:cNvSpPr/>
          <p:nvPr/>
        </p:nvSpPr>
        <p:spPr>
          <a:xfrm>
            <a:off x="3497453" y="932434"/>
            <a:ext cx="198882" cy="150876"/>
          </a:xfrm>
          <a:prstGeom prst="rect">
            <a:avLst/>
          </a:prstGeom>
          <a:solidFill>
            <a:srgbClr val="D9D9D9"/>
          </a:solidFill>
          <a:ln w="6350">
            <a:solidFill>
              <a:srgbClr val="666666"/>
            </a:solidFill>
            <a:prstDash val="solid"/>
          </a:ln>
        </p:spPr>
      </p:sp>
      <p:sp>
        <p:nvSpPr>
          <p:cNvPr id="135" name="Text 53"/>
          <p:cNvSpPr/>
          <p:nvPr/>
        </p:nvSpPr>
        <p:spPr>
          <a:xfrm>
            <a:off x="3497453"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3</a:t>
            </a:r>
            <a:endParaRPr lang="en-US" sz="525" dirty="0"/>
          </a:p>
        </p:txBody>
      </p:sp>
      <p:sp>
        <p:nvSpPr>
          <p:cNvPr id="136" name="Shape 54"/>
          <p:cNvSpPr/>
          <p:nvPr/>
        </p:nvSpPr>
        <p:spPr>
          <a:xfrm>
            <a:off x="3696335" y="932434"/>
            <a:ext cx="198882" cy="150876"/>
          </a:xfrm>
          <a:prstGeom prst="rect">
            <a:avLst/>
          </a:prstGeom>
          <a:solidFill>
            <a:srgbClr val="D9D9D9"/>
          </a:solidFill>
          <a:ln w="6350">
            <a:solidFill>
              <a:srgbClr val="666666"/>
            </a:solidFill>
            <a:prstDash val="solid"/>
          </a:ln>
        </p:spPr>
      </p:sp>
      <p:sp>
        <p:nvSpPr>
          <p:cNvPr id="137" name="Text 55"/>
          <p:cNvSpPr/>
          <p:nvPr/>
        </p:nvSpPr>
        <p:spPr>
          <a:xfrm>
            <a:off x="3696335"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4</a:t>
            </a:r>
            <a:endParaRPr lang="en-US" sz="525" dirty="0"/>
          </a:p>
        </p:txBody>
      </p:sp>
      <p:sp>
        <p:nvSpPr>
          <p:cNvPr id="138" name="Shape 56"/>
          <p:cNvSpPr/>
          <p:nvPr/>
        </p:nvSpPr>
        <p:spPr>
          <a:xfrm>
            <a:off x="3895217" y="932434"/>
            <a:ext cx="198882" cy="150876"/>
          </a:xfrm>
          <a:prstGeom prst="rect">
            <a:avLst/>
          </a:prstGeom>
          <a:solidFill>
            <a:srgbClr val="D9D9D9"/>
          </a:solidFill>
          <a:ln w="6350">
            <a:solidFill>
              <a:srgbClr val="666666"/>
            </a:solidFill>
            <a:prstDash val="solid"/>
          </a:ln>
        </p:spPr>
      </p:sp>
      <p:sp>
        <p:nvSpPr>
          <p:cNvPr id="139" name="Text 57"/>
          <p:cNvSpPr/>
          <p:nvPr/>
        </p:nvSpPr>
        <p:spPr>
          <a:xfrm>
            <a:off x="3895217"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1</a:t>
            </a:r>
            <a:endParaRPr lang="en-US" sz="525" dirty="0"/>
          </a:p>
        </p:txBody>
      </p:sp>
      <p:sp>
        <p:nvSpPr>
          <p:cNvPr id="140" name="Shape 58"/>
          <p:cNvSpPr/>
          <p:nvPr/>
        </p:nvSpPr>
        <p:spPr>
          <a:xfrm>
            <a:off x="4094099" y="932434"/>
            <a:ext cx="198882" cy="150876"/>
          </a:xfrm>
          <a:prstGeom prst="rect">
            <a:avLst/>
          </a:prstGeom>
          <a:solidFill>
            <a:srgbClr val="D9D9D9"/>
          </a:solidFill>
          <a:ln w="6350">
            <a:solidFill>
              <a:srgbClr val="666666"/>
            </a:solidFill>
            <a:prstDash val="solid"/>
          </a:ln>
        </p:spPr>
      </p:sp>
      <p:sp>
        <p:nvSpPr>
          <p:cNvPr id="141" name="Text 59"/>
          <p:cNvSpPr/>
          <p:nvPr/>
        </p:nvSpPr>
        <p:spPr>
          <a:xfrm>
            <a:off x="4094099"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2</a:t>
            </a:r>
            <a:endParaRPr lang="en-US" sz="525" dirty="0"/>
          </a:p>
        </p:txBody>
      </p:sp>
      <p:sp>
        <p:nvSpPr>
          <p:cNvPr id="142" name="Shape 60"/>
          <p:cNvSpPr/>
          <p:nvPr/>
        </p:nvSpPr>
        <p:spPr>
          <a:xfrm>
            <a:off x="4292981" y="932434"/>
            <a:ext cx="198882" cy="150876"/>
          </a:xfrm>
          <a:prstGeom prst="rect">
            <a:avLst/>
          </a:prstGeom>
          <a:solidFill>
            <a:srgbClr val="D9D9D9"/>
          </a:solidFill>
          <a:ln w="6350">
            <a:solidFill>
              <a:srgbClr val="666666"/>
            </a:solidFill>
            <a:prstDash val="solid"/>
          </a:ln>
        </p:spPr>
      </p:sp>
      <p:sp>
        <p:nvSpPr>
          <p:cNvPr id="143" name="Text 61"/>
          <p:cNvSpPr/>
          <p:nvPr/>
        </p:nvSpPr>
        <p:spPr>
          <a:xfrm>
            <a:off x="4292981"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3</a:t>
            </a:r>
            <a:endParaRPr lang="en-US" sz="525" dirty="0"/>
          </a:p>
        </p:txBody>
      </p:sp>
      <p:sp>
        <p:nvSpPr>
          <p:cNvPr id="144" name="Shape 62"/>
          <p:cNvSpPr/>
          <p:nvPr/>
        </p:nvSpPr>
        <p:spPr>
          <a:xfrm>
            <a:off x="4491863" y="932434"/>
            <a:ext cx="198882" cy="150876"/>
          </a:xfrm>
          <a:prstGeom prst="rect">
            <a:avLst/>
          </a:prstGeom>
          <a:solidFill>
            <a:srgbClr val="D9D9D9"/>
          </a:solidFill>
          <a:ln w="6350">
            <a:solidFill>
              <a:srgbClr val="666666"/>
            </a:solidFill>
            <a:prstDash val="solid"/>
          </a:ln>
        </p:spPr>
      </p:sp>
      <p:sp>
        <p:nvSpPr>
          <p:cNvPr id="145" name="Text 63"/>
          <p:cNvSpPr/>
          <p:nvPr/>
        </p:nvSpPr>
        <p:spPr>
          <a:xfrm>
            <a:off x="4491863"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4</a:t>
            </a:r>
            <a:endParaRPr lang="en-US" sz="525" dirty="0"/>
          </a:p>
        </p:txBody>
      </p:sp>
      <p:sp>
        <p:nvSpPr>
          <p:cNvPr id="146" name="Shape 64"/>
          <p:cNvSpPr/>
          <p:nvPr/>
        </p:nvSpPr>
        <p:spPr>
          <a:xfrm>
            <a:off x="4690745" y="932434"/>
            <a:ext cx="198882" cy="150876"/>
          </a:xfrm>
          <a:prstGeom prst="rect">
            <a:avLst/>
          </a:prstGeom>
          <a:solidFill>
            <a:srgbClr val="D9D9D9"/>
          </a:solidFill>
          <a:ln w="6350">
            <a:solidFill>
              <a:srgbClr val="666666"/>
            </a:solidFill>
            <a:prstDash val="solid"/>
          </a:ln>
        </p:spPr>
      </p:sp>
      <p:sp>
        <p:nvSpPr>
          <p:cNvPr id="147" name="Text 65"/>
          <p:cNvSpPr/>
          <p:nvPr/>
        </p:nvSpPr>
        <p:spPr>
          <a:xfrm>
            <a:off x="4690745"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1</a:t>
            </a:r>
            <a:endParaRPr lang="en-US" sz="525" dirty="0"/>
          </a:p>
        </p:txBody>
      </p:sp>
      <p:sp>
        <p:nvSpPr>
          <p:cNvPr id="148" name="Shape 66"/>
          <p:cNvSpPr/>
          <p:nvPr/>
        </p:nvSpPr>
        <p:spPr>
          <a:xfrm>
            <a:off x="4889627" y="932434"/>
            <a:ext cx="198882" cy="150876"/>
          </a:xfrm>
          <a:prstGeom prst="rect">
            <a:avLst/>
          </a:prstGeom>
          <a:solidFill>
            <a:srgbClr val="D9D9D9"/>
          </a:solidFill>
          <a:ln w="6350">
            <a:solidFill>
              <a:srgbClr val="666666"/>
            </a:solidFill>
            <a:prstDash val="solid"/>
          </a:ln>
        </p:spPr>
      </p:sp>
      <p:sp>
        <p:nvSpPr>
          <p:cNvPr id="149" name="Text 67"/>
          <p:cNvSpPr/>
          <p:nvPr/>
        </p:nvSpPr>
        <p:spPr>
          <a:xfrm>
            <a:off x="4889627"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2</a:t>
            </a:r>
            <a:endParaRPr lang="en-US" sz="525" dirty="0"/>
          </a:p>
        </p:txBody>
      </p:sp>
      <p:sp>
        <p:nvSpPr>
          <p:cNvPr id="150" name="Shape 68"/>
          <p:cNvSpPr/>
          <p:nvPr/>
        </p:nvSpPr>
        <p:spPr>
          <a:xfrm>
            <a:off x="5088509" y="932434"/>
            <a:ext cx="198882" cy="150876"/>
          </a:xfrm>
          <a:prstGeom prst="rect">
            <a:avLst/>
          </a:prstGeom>
          <a:solidFill>
            <a:srgbClr val="D9D9D9"/>
          </a:solidFill>
          <a:ln w="6350">
            <a:solidFill>
              <a:srgbClr val="666666"/>
            </a:solidFill>
            <a:prstDash val="solid"/>
          </a:ln>
        </p:spPr>
      </p:sp>
      <p:sp>
        <p:nvSpPr>
          <p:cNvPr id="151" name="Text 69"/>
          <p:cNvSpPr/>
          <p:nvPr/>
        </p:nvSpPr>
        <p:spPr>
          <a:xfrm>
            <a:off x="5088509"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3</a:t>
            </a:r>
            <a:endParaRPr lang="en-US" sz="525" dirty="0"/>
          </a:p>
        </p:txBody>
      </p:sp>
      <p:sp>
        <p:nvSpPr>
          <p:cNvPr id="152" name="Shape 70"/>
          <p:cNvSpPr/>
          <p:nvPr/>
        </p:nvSpPr>
        <p:spPr>
          <a:xfrm>
            <a:off x="5287391" y="932434"/>
            <a:ext cx="198882" cy="150876"/>
          </a:xfrm>
          <a:prstGeom prst="rect">
            <a:avLst/>
          </a:prstGeom>
          <a:solidFill>
            <a:srgbClr val="D9D9D9"/>
          </a:solidFill>
          <a:ln w="6350">
            <a:solidFill>
              <a:srgbClr val="666666"/>
            </a:solidFill>
            <a:prstDash val="solid"/>
          </a:ln>
        </p:spPr>
      </p:sp>
      <p:sp>
        <p:nvSpPr>
          <p:cNvPr id="153" name="Text 71"/>
          <p:cNvSpPr/>
          <p:nvPr/>
        </p:nvSpPr>
        <p:spPr>
          <a:xfrm>
            <a:off x="5287391"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4</a:t>
            </a:r>
            <a:endParaRPr lang="en-US" sz="525" dirty="0"/>
          </a:p>
        </p:txBody>
      </p:sp>
      <p:sp>
        <p:nvSpPr>
          <p:cNvPr id="154" name="Shape 72"/>
          <p:cNvSpPr/>
          <p:nvPr/>
        </p:nvSpPr>
        <p:spPr>
          <a:xfrm>
            <a:off x="5486273" y="932434"/>
            <a:ext cx="198882" cy="150876"/>
          </a:xfrm>
          <a:prstGeom prst="rect">
            <a:avLst/>
          </a:prstGeom>
          <a:solidFill>
            <a:srgbClr val="D9D9D9"/>
          </a:solidFill>
          <a:ln w="6350">
            <a:solidFill>
              <a:srgbClr val="666666"/>
            </a:solidFill>
            <a:prstDash val="solid"/>
          </a:ln>
        </p:spPr>
      </p:sp>
      <p:sp>
        <p:nvSpPr>
          <p:cNvPr id="155" name="Text 73"/>
          <p:cNvSpPr/>
          <p:nvPr/>
        </p:nvSpPr>
        <p:spPr>
          <a:xfrm>
            <a:off x="5486273"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1</a:t>
            </a:r>
            <a:endParaRPr lang="en-US" sz="525" dirty="0"/>
          </a:p>
        </p:txBody>
      </p:sp>
      <p:sp>
        <p:nvSpPr>
          <p:cNvPr id="156" name="Shape 74"/>
          <p:cNvSpPr/>
          <p:nvPr/>
        </p:nvSpPr>
        <p:spPr>
          <a:xfrm>
            <a:off x="5685155" y="932434"/>
            <a:ext cx="198882" cy="150876"/>
          </a:xfrm>
          <a:prstGeom prst="rect">
            <a:avLst/>
          </a:prstGeom>
          <a:solidFill>
            <a:srgbClr val="D9D9D9"/>
          </a:solidFill>
          <a:ln w="6350">
            <a:solidFill>
              <a:srgbClr val="666666"/>
            </a:solidFill>
            <a:prstDash val="solid"/>
          </a:ln>
        </p:spPr>
      </p:sp>
      <p:sp>
        <p:nvSpPr>
          <p:cNvPr id="157" name="Text 75"/>
          <p:cNvSpPr/>
          <p:nvPr/>
        </p:nvSpPr>
        <p:spPr>
          <a:xfrm>
            <a:off x="5685155"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2</a:t>
            </a:r>
            <a:endParaRPr lang="en-US" sz="525" dirty="0"/>
          </a:p>
        </p:txBody>
      </p:sp>
      <p:sp>
        <p:nvSpPr>
          <p:cNvPr id="158" name="Shape 76"/>
          <p:cNvSpPr/>
          <p:nvPr/>
        </p:nvSpPr>
        <p:spPr>
          <a:xfrm>
            <a:off x="5884037" y="932434"/>
            <a:ext cx="198882" cy="150876"/>
          </a:xfrm>
          <a:prstGeom prst="rect">
            <a:avLst/>
          </a:prstGeom>
          <a:solidFill>
            <a:srgbClr val="D9D9D9"/>
          </a:solidFill>
          <a:ln w="6350">
            <a:solidFill>
              <a:srgbClr val="666666"/>
            </a:solidFill>
            <a:prstDash val="solid"/>
          </a:ln>
        </p:spPr>
      </p:sp>
      <p:sp>
        <p:nvSpPr>
          <p:cNvPr id="159" name="Text 77"/>
          <p:cNvSpPr/>
          <p:nvPr/>
        </p:nvSpPr>
        <p:spPr>
          <a:xfrm>
            <a:off x="5884037"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3</a:t>
            </a:r>
            <a:endParaRPr lang="en-US" sz="525" dirty="0"/>
          </a:p>
        </p:txBody>
      </p:sp>
      <p:sp>
        <p:nvSpPr>
          <p:cNvPr id="160" name="Shape 78"/>
          <p:cNvSpPr/>
          <p:nvPr/>
        </p:nvSpPr>
        <p:spPr>
          <a:xfrm>
            <a:off x="6082919" y="932434"/>
            <a:ext cx="198882" cy="150876"/>
          </a:xfrm>
          <a:prstGeom prst="rect">
            <a:avLst/>
          </a:prstGeom>
          <a:solidFill>
            <a:srgbClr val="D9D9D9"/>
          </a:solidFill>
          <a:ln w="6350">
            <a:solidFill>
              <a:srgbClr val="666666"/>
            </a:solidFill>
            <a:prstDash val="solid"/>
          </a:ln>
        </p:spPr>
      </p:sp>
      <p:sp>
        <p:nvSpPr>
          <p:cNvPr id="161" name="Text 79"/>
          <p:cNvSpPr/>
          <p:nvPr/>
        </p:nvSpPr>
        <p:spPr>
          <a:xfrm>
            <a:off x="6082919"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4</a:t>
            </a:r>
            <a:endParaRPr lang="en-US" sz="525" dirty="0"/>
          </a:p>
        </p:txBody>
      </p:sp>
      <p:sp>
        <p:nvSpPr>
          <p:cNvPr id="162" name="Shape 80"/>
          <p:cNvSpPr/>
          <p:nvPr/>
        </p:nvSpPr>
        <p:spPr>
          <a:xfrm>
            <a:off x="6281801" y="932434"/>
            <a:ext cx="198882" cy="150876"/>
          </a:xfrm>
          <a:prstGeom prst="rect">
            <a:avLst/>
          </a:prstGeom>
          <a:solidFill>
            <a:srgbClr val="D9D9D9"/>
          </a:solidFill>
          <a:ln w="6350">
            <a:solidFill>
              <a:srgbClr val="666666"/>
            </a:solidFill>
            <a:prstDash val="solid"/>
          </a:ln>
        </p:spPr>
      </p:sp>
      <p:sp>
        <p:nvSpPr>
          <p:cNvPr id="163" name="Text 81"/>
          <p:cNvSpPr/>
          <p:nvPr/>
        </p:nvSpPr>
        <p:spPr>
          <a:xfrm>
            <a:off x="6281801"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1</a:t>
            </a:r>
            <a:endParaRPr lang="en-US" sz="525" dirty="0"/>
          </a:p>
        </p:txBody>
      </p:sp>
      <p:sp>
        <p:nvSpPr>
          <p:cNvPr id="164" name="Shape 82"/>
          <p:cNvSpPr/>
          <p:nvPr/>
        </p:nvSpPr>
        <p:spPr>
          <a:xfrm>
            <a:off x="6480683" y="932434"/>
            <a:ext cx="198882" cy="150876"/>
          </a:xfrm>
          <a:prstGeom prst="rect">
            <a:avLst/>
          </a:prstGeom>
          <a:solidFill>
            <a:srgbClr val="D9D9D9"/>
          </a:solidFill>
          <a:ln w="6350">
            <a:solidFill>
              <a:srgbClr val="666666"/>
            </a:solidFill>
            <a:prstDash val="solid"/>
          </a:ln>
        </p:spPr>
      </p:sp>
      <p:sp>
        <p:nvSpPr>
          <p:cNvPr id="165" name="Text 83"/>
          <p:cNvSpPr/>
          <p:nvPr/>
        </p:nvSpPr>
        <p:spPr>
          <a:xfrm>
            <a:off x="6480683"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2</a:t>
            </a:r>
            <a:endParaRPr lang="en-US" sz="525" dirty="0"/>
          </a:p>
        </p:txBody>
      </p:sp>
      <p:sp>
        <p:nvSpPr>
          <p:cNvPr id="166" name="Shape 84"/>
          <p:cNvSpPr/>
          <p:nvPr/>
        </p:nvSpPr>
        <p:spPr>
          <a:xfrm>
            <a:off x="6679565" y="932434"/>
            <a:ext cx="198882" cy="150876"/>
          </a:xfrm>
          <a:prstGeom prst="rect">
            <a:avLst/>
          </a:prstGeom>
          <a:solidFill>
            <a:srgbClr val="D9D9D9"/>
          </a:solidFill>
          <a:ln w="6350">
            <a:solidFill>
              <a:srgbClr val="666666"/>
            </a:solidFill>
            <a:prstDash val="solid"/>
          </a:ln>
        </p:spPr>
      </p:sp>
      <p:sp>
        <p:nvSpPr>
          <p:cNvPr id="167" name="Text 85"/>
          <p:cNvSpPr/>
          <p:nvPr/>
        </p:nvSpPr>
        <p:spPr>
          <a:xfrm>
            <a:off x="6679565"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3</a:t>
            </a:r>
            <a:endParaRPr lang="en-US" sz="525" dirty="0"/>
          </a:p>
        </p:txBody>
      </p:sp>
      <p:sp>
        <p:nvSpPr>
          <p:cNvPr id="168" name="Shape 86"/>
          <p:cNvSpPr/>
          <p:nvPr/>
        </p:nvSpPr>
        <p:spPr>
          <a:xfrm>
            <a:off x="6878447" y="932434"/>
            <a:ext cx="198882" cy="150876"/>
          </a:xfrm>
          <a:prstGeom prst="rect">
            <a:avLst/>
          </a:prstGeom>
          <a:solidFill>
            <a:srgbClr val="D9D9D9"/>
          </a:solidFill>
          <a:ln w="6350">
            <a:solidFill>
              <a:srgbClr val="666666"/>
            </a:solidFill>
            <a:prstDash val="solid"/>
          </a:ln>
        </p:spPr>
      </p:sp>
      <p:sp>
        <p:nvSpPr>
          <p:cNvPr id="169" name="Text 87"/>
          <p:cNvSpPr/>
          <p:nvPr/>
        </p:nvSpPr>
        <p:spPr>
          <a:xfrm>
            <a:off x="6878447"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4</a:t>
            </a:r>
            <a:endParaRPr lang="en-US" sz="525" dirty="0"/>
          </a:p>
        </p:txBody>
      </p:sp>
      <p:sp>
        <p:nvSpPr>
          <p:cNvPr id="170" name="Shape 88"/>
          <p:cNvSpPr/>
          <p:nvPr/>
        </p:nvSpPr>
        <p:spPr>
          <a:xfrm>
            <a:off x="7077329" y="932434"/>
            <a:ext cx="198882" cy="150876"/>
          </a:xfrm>
          <a:prstGeom prst="rect">
            <a:avLst/>
          </a:prstGeom>
          <a:solidFill>
            <a:srgbClr val="D9D9D9"/>
          </a:solidFill>
          <a:ln w="6350">
            <a:solidFill>
              <a:srgbClr val="666666"/>
            </a:solidFill>
            <a:prstDash val="solid"/>
          </a:ln>
        </p:spPr>
      </p:sp>
      <p:sp>
        <p:nvSpPr>
          <p:cNvPr id="171" name="Text 89"/>
          <p:cNvSpPr/>
          <p:nvPr/>
        </p:nvSpPr>
        <p:spPr>
          <a:xfrm>
            <a:off x="7077329"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1</a:t>
            </a:r>
            <a:endParaRPr lang="en-US" sz="525" dirty="0"/>
          </a:p>
        </p:txBody>
      </p:sp>
      <p:sp>
        <p:nvSpPr>
          <p:cNvPr id="172" name="Shape 90"/>
          <p:cNvSpPr/>
          <p:nvPr/>
        </p:nvSpPr>
        <p:spPr>
          <a:xfrm>
            <a:off x="7276211" y="932434"/>
            <a:ext cx="198882" cy="150876"/>
          </a:xfrm>
          <a:prstGeom prst="rect">
            <a:avLst/>
          </a:prstGeom>
          <a:solidFill>
            <a:srgbClr val="D9D9D9"/>
          </a:solidFill>
          <a:ln w="6350">
            <a:solidFill>
              <a:srgbClr val="666666"/>
            </a:solidFill>
            <a:prstDash val="solid"/>
          </a:ln>
        </p:spPr>
      </p:sp>
      <p:sp>
        <p:nvSpPr>
          <p:cNvPr id="173" name="Text 91"/>
          <p:cNvSpPr/>
          <p:nvPr/>
        </p:nvSpPr>
        <p:spPr>
          <a:xfrm>
            <a:off x="7276211"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2</a:t>
            </a:r>
            <a:endParaRPr lang="en-US" sz="525" dirty="0"/>
          </a:p>
        </p:txBody>
      </p:sp>
      <p:sp>
        <p:nvSpPr>
          <p:cNvPr id="174" name="Shape 92"/>
          <p:cNvSpPr/>
          <p:nvPr/>
        </p:nvSpPr>
        <p:spPr>
          <a:xfrm>
            <a:off x="7475093" y="932434"/>
            <a:ext cx="198882" cy="150876"/>
          </a:xfrm>
          <a:prstGeom prst="rect">
            <a:avLst/>
          </a:prstGeom>
          <a:solidFill>
            <a:srgbClr val="D9D9D9"/>
          </a:solidFill>
          <a:ln w="6350">
            <a:solidFill>
              <a:srgbClr val="666666"/>
            </a:solidFill>
            <a:prstDash val="solid"/>
          </a:ln>
        </p:spPr>
      </p:sp>
      <p:sp>
        <p:nvSpPr>
          <p:cNvPr id="175" name="Text 93"/>
          <p:cNvSpPr/>
          <p:nvPr/>
        </p:nvSpPr>
        <p:spPr>
          <a:xfrm>
            <a:off x="7475093"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3</a:t>
            </a:r>
            <a:endParaRPr lang="en-US" sz="525" dirty="0"/>
          </a:p>
        </p:txBody>
      </p:sp>
      <p:sp>
        <p:nvSpPr>
          <p:cNvPr id="176" name="Shape 94"/>
          <p:cNvSpPr/>
          <p:nvPr/>
        </p:nvSpPr>
        <p:spPr>
          <a:xfrm>
            <a:off x="7673975" y="932434"/>
            <a:ext cx="198882" cy="150876"/>
          </a:xfrm>
          <a:prstGeom prst="rect">
            <a:avLst/>
          </a:prstGeom>
          <a:solidFill>
            <a:srgbClr val="D9D9D9"/>
          </a:solidFill>
          <a:ln w="6350">
            <a:solidFill>
              <a:srgbClr val="666666"/>
            </a:solidFill>
            <a:prstDash val="solid"/>
          </a:ln>
        </p:spPr>
      </p:sp>
      <p:sp>
        <p:nvSpPr>
          <p:cNvPr id="177" name="Text 95"/>
          <p:cNvSpPr/>
          <p:nvPr/>
        </p:nvSpPr>
        <p:spPr>
          <a:xfrm>
            <a:off x="7673975"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4</a:t>
            </a:r>
            <a:endParaRPr lang="en-US" sz="525" dirty="0"/>
          </a:p>
        </p:txBody>
      </p:sp>
      <p:sp>
        <p:nvSpPr>
          <p:cNvPr id="178" name="Shape 96"/>
          <p:cNvSpPr/>
          <p:nvPr/>
        </p:nvSpPr>
        <p:spPr>
          <a:xfrm>
            <a:off x="7872857" y="932434"/>
            <a:ext cx="198882" cy="150876"/>
          </a:xfrm>
          <a:prstGeom prst="rect">
            <a:avLst/>
          </a:prstGeom>
          <a:solidFill>
            <a:srgbClr val="D9D9D9"/>
          </a:solidFill>
          <a:ln w="6350">
            <a:solidFill>
              <a:srgbClr val="666666"/>
            </a:solidFill>
            <a:prstDash val="solid"/>
          </a:ln>
        </p:spPr>
      </p:sp>
      <p:sp>
        <p:nvSpPr>
          <p:cNvPr id="179" name="Text 97"/>
          <p:cNvSpPr/>
          <p:nvPr/>
        </p:nvSpPr>
        <p:spPr>
          <a:xfrm>
            <a:off x="7872857"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1</a:t>
            </a:r>
            <a:endParaRPr lang="en-US" sz="525" dirty="0"/>
          </a:p>
        </p:txBody>
      </p:sp>
      <p:sp>
        <p:nvSpPr>
          <p:cNvPr id="180" name="Shape 98"/>
          <p:cNvSpPr/>
          <p:nvPr/>
        </p:nvSpPr>
        <p:spPr>
          <a:xfrm>
            <a:off x="8071739" y="932434"/>
            <a:ext cx="198882" cy="150876"/>
          </a:xfrm>
          <a:prstGeom prst="rect">
            <a:avLst/>
          </a:prstGeom>
          <a:solidFill>
            <a:srgbClr val="D9D9D9"/>
          </a:solidFill>
          <a:ln w="6350">
            <a:solidFill>
              <a:srgbClr val="666666"/>
            </a:solidFill>
            <a:prstDash val="solid"/>
          </a:ln>
        </p:spPr>
      </p:sp>
      <p:sp>
        <p:nvSpPr>
          <p:cNvPr id="181" name="Text 99"/>
          <p:cNvSpPr/>
          <p:nvPr/>
        </p:nvSpPr>
        <p:spPr>
          <a:xfrm>
            <a:off x="8071739"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2</a:t>
            </a:r>
            <a:endParaRPr lang="en-US" sz="525" dirty="0"/>
          </a:p>
        </p:txBody>
      </p:sp>
      <p:sp>
        <p:nvSpPr>
          <p:cNvPr id="182" name="Shape 100"/>
          <p:cNvSpPr/>
          <p:nvPr/>
        </p:nvSpPr>
        <p:spPr>
          <a:xfrm>
            <a:off x="8270621" y="932434"/>
            <a:ext cx="198882" cy="150876"/>
          </a:xfrm>
          <a:prstGeom prst="rect">
            <a:avLst/>
          </a:prstGeom>
          <a:solidFill>
            <a:srgbClr val="D9D9D9"/>
          </a:solidFill>
          <a:ln w="6350">
            <a:solidFill>
              <a:srgbClr val="666666"/>
            </a:solidFill>
            <a:prstDash val="solid"/>
          </a:ln>
        </p:spPr>
      </p:sp>
      <p:sp>
        <p:nvSpPr>
          <p:cNvPr id="183" name="Text 101"/>
          <p:cNvSpPr/>
          <p:nvPr/>
        </p:nvSpPr>
        <p:spPr>
          <a:xfrm>
            <a:off x="8270621"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3</a:t>
            </a:r>
            <a:endParaRPr lang="en-US" sz="525" dirty="0"/>
          </a:p>
        </p:txBody>
      </p:sp>
      <p:sp>
        <p:nvSpPr>
          <p:cNvPr id="184" name="Shape 102"/>
          <p:cNvSpPr/>
          <p:nvPr/>
        </p:nvSpPr>
        <p:spPr>
          <a:xfrm>
            <a:off x="8469503" y="932434"/>
            <a:ext cx="198882" cy="150876"/>
          </a:xfrm>
          <a:prstGeom prst="rect">
            <a:avLst/>
          </a:prstGeom>
          <a:solidFill>
            <a:srgbClr val="D9D9D9"/>
          </a:solidFill>
          <a:ln w="6350">
            <a:solidFill>
              <a:srgbClr val="666666"/>
            </a:solidFill>
            <a:prstDash val="solid"/>
          </a:ln>
        </p:spPr>
      </p:sp>
      <p:sp>
        <p:nvSpPr>
          <p:cNvPr id="185" name="Text 103"/>
          <p:cNvSpPr/>
          <p:nvPr/>
        </p:nvSpPr>
        <p:spPr>
          <a:xfrm>
            <a:off x="8469503"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4</a:t>
            </a:r>
            <a:endParaRPr lang="en-US" sz="525" dirty="0"/>
          </a:p>
        </p:txBody>
      </p:sp>
      <p:sp>
        <p:nvSpPr>
          <p:cNvPr id="186" name="Shape 104"/>
          <p:cNvSpPr/>
          <p:nvPr/>
        </p:nvSpPr>
        <p:spPr>
          <a:xfrm>
            <a:off x="754380" y="1083310"/>
            <a:ext cx="754380" cy="329184"/>
          </a:xfrm>
          <a:prstGeom prst="rect">
            <a:avLst/>
          </a:prstGeom>
          <a:solidFill>
            <a:srgbClr val="F2F2F2"/>
          </a:solidFill>
          <a:ln w="6350">
            <a:solidFill>
              <a:srgbClr val="666666"/>
            </a:solidFill>
            <a:prstDash val="solid"/>
          </a:ln>
        </p:spPr>
      </p:sp>
      <p:sp>
        <p:nvSpPr>
          <p:cNvPr id="187" name="Text 105"/>
          <p:cNvSpPr/>
          <p:nvPr/>
        </p:nvSpPr>
        <p:spPr>
          <a:xfrm>
            <a:off x="754380" y="1083310"/>
            <a:ext cx="754380" cy="329184"/>
          </a:xfrm>
          <a:prstGeom prst="rect">
            <a:avLst/>
          </a:prstGeom>
          <a:noFill/>
        </p:spPr>
        <p:txBody>
          <a:bodyPr wrap="square" lIns="0" tIns="38100" rIns="0" bIns="0" rtlCol="0" anchor="ctr"/>
          <a:lstStyle/>
          <a:p>
            <a:r>
              <a:rPr lang="en-US" sz="56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  FEASIBILITY</a:t>
            </a:r>
            <a:endParaRPr lang="en-US" sz="565" dirty="0"/>
          </a:p>
          <a:p>
            <a:r>
              <a:rPr lang="en-US" sz="56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  STUDY</a:t>
            </a:r>
            <a:endParaRPr lang="en-US" sz="565" dirty="0"/>
          </a:p>
        </p:txBody>
      </p:sp>
      <p:sp>
        <p:nvSpPr>
          <p:cNvPr id="188" name="Shape 110"/>
          <p:cNvSpPr/>
          <p:nvPr/>
        </p:nvSpPr>
        <p:spPr>
          <a:xfrm>
            <a:off x="1508633" y="1083310"/>
            <a:ext cx="198882" cy="164592"/>
          </a:xfrm>
          <a:prstGeom prst="rect">
            <a:avLst/>
          </a:prstGeom>
          <a:noFill/>
          <a:ln w="6350">
            <a:solidFill>
              <a:srgbClr val="666666"/>
            </a:solidFill>
            <a:prstDash val="solid"/>
          </a:ln>
        </p:spPr>
      </p:sp>
      <p:sp>
        <p:nvSpPr>
          <p:cNvPr id="189" name="Shape 111"/>
          <p:cNvSpPr/>
          <p:nvPr/>
        </p:nvSpPr>
        <p:spPr>
          <a:xfrm>
            <a:off x="1707515" y="1083310"/>
            <a:ext cx="198882" cy="164592"/>
          </a:xfrm>
          <a:prstGeom prst="rect">
            <a:avLst/>
          </a:prstGeom>
          <a:noFill/>
          <a:ln w="6350">
            <a:solidFill>
              <a:srgbClr val="666666"/>
            </a:solidFill>
            <a:prstDash val="solid"/>
          </a:ln>
        </p:spPr>
      </p:sp>
      <p:sp>
        <p:nvSpPr>
          <p:cNvPr id="190" name="Shape 112"/>
          <p:cNvSpPr/>
          <p:nvPr/>
        </p:nvSpPr>
        <p:spPr>
          <a:xfrm>
            <a:off x="1906397" y="1083310"/>
            <a:ext cx="198882" cy="164592"/>
          </a:xfrm>
          <a:prstGeom prst="rect">
            <a:avLst/>
          </a:prstGeom>
          <a:noFill/>
          <a:ln w="6350">
            <a:solidFill>
              <a:srgbClr val="666666"/>
            </a:solidFill>
            <a:prstDash val="solid"/>
          </a:ln>
        </p:spPr>
      </p:sp>
      <p:sp>
        <p:nvSpPr>
          <p:cNvPr id="191" name="Shape 113"/>
          <p:cNvSpPr/>
          <p:nvPr/>
        </p:nvSpPr>
        <p:spPr>
          <a:xfrm>
            <a:off x="2105279" y="1083310"/>
            <a:ext cx="198882" cy="164592"/>
          </a:xfrm>
          <a:prstGeom prst="rect">
            <a:avLst/>
          </a:prstGeom>
          <a:noFill/>
          <a:ln w="6350">
            <a:solidFill>
              <a:srgbClr val="666666"/>
            </a:solidFill>
            <a:prstDash val="solid"/>
          </a:ln>
        </p:spPr>
      </p:sp>
      <p:sp>
        <p:nvSpPr>
          <p:cNvPr id="192" name="Shape 114"/>
          <p:cNvSpPr/>
          <p:nvPr/>
        </p:nvSpPr>
        <p:spPr>
          <a:xfrm>
            <a:off x="2304161" y="1083310"/>
            <a:ext cx="198882" cy="164592"/>
          </a:xfrm>
          <a:prstGeom prst="rect">
            <a:avLst/>
          </a:prstGeom>
          <a:solidFill>
            <a:srgbClr val="F2F2F2"/>
          </a:solidFill>
          <a:ln w="6350">
            <a:solidFill>
              <a:srgbClr val="666666"/>
            </a:solidFill>
            <a:prstDash val="solid"/>
          </a:ln>
        </p:spPr>
      </p:sp>
      <p:sp>
        <p:nvSpPr>
          <p:cNvPr id="193" name="Shape 115"/>
          <p:cNvSpPr/>
          <p:nvPr/>
        </p:nvSpPr>
        <p:spPr>
          <a:xfrm>
            <a:off x="2503043" y="1083310"/>
            <a:ext cx="198882" cy="164592"/>
          </a:xfrm>
          <a:prstGeom prst="rect">
            <a:avLst/>
          </a:prstGeom>
          <a:solidFill>
            <a:srgbClr val="F2F2F2"/>
          </a:solidFill>
          <a:ln w="6350">
            <a:solidFill>
              <a:srgbClr val="666666"/>
            </a:solidFill>
            <a:prstDash val="solid"/>
          </a:ln>
        </p:spPr>
      </p:sp>
      <p:sp>
        <p:nvSpPr>
          <p:cNvPr id="194" name="Shape 116"/>
          <p:cNvSpPr/>
          <p:nvPr/>
        </p:nvSpPr>
        <p:spPr>
          <a:xfrm>
            <a:off x="2701925" y="1083310"/>
            <a:ext cx="198882" cy="164592"/>
          </a:xfrm>
          <a:prstGeom prst="rect">
            <a:avLst/>
          </a:prstGeom>
          <a:solidFill>
            <a:srgbClr val="F2F2F2"/>
          </a:solidFill>
          <a:ln w="6350">
            <a:solidFill>
              <a:srgbClr val="666666"/>
            </a:solidFill>
            <a:prstDash val="solid"/>
          </a:ln>
        </p:spPr>
      </p:sp>
      <p:sp>
        <p:nvSpPr>
          <p:cNvPr id="195" name="Shape 117"/>
          <p:cNvSpPr/>
          <p:nvPr/>
        </p:nvSpPr>
        <p:spPr>
          <a:xfrm>
            <a:off x="2900807" y="1083310"/>
            <a:ext cx="198882" cy="164592"/>
          </a:xfrm>
          <a:prstGeom prst="rect">
            <a:avLst/>
          </a:prstGeom>
          <a:solidFill>
            <a:srgbClr val="F2F2F2"/>
          </a:solidFill>
          <a:ln w="6350">
            <a:solidFill>
              <a:srgbClr val="666666"/>
            </a:solidFill>
            <a:prstDash val="solid"/>
          </a:ln>
        </p:spPr>
      </p:sp>
      <p:sp>
        <p:nvSpPr>
          <p:cNvPr id="196" name="Shape 118"/>
          <p:cNvSpPr/>
          <p:nvPr/>
        </p:nvSpPr>
        <p:spPr>
          <a:xfrm>
            <a:off x="3099689" y="1083310"/>
            <a:ext cx="198882" cy="164592"/>
          </a:xfrm>
          <a:prstGeom prst="rect">
            <a:avLst/>
          </a:prstGeom>
          <a:solidFill>
            <a:srgbClr val="F2F2F2"/>
          </a:solidFill>
          <a:ln w="6350">
            <a:solidFill>
              <a:srgbClr val="666666"/>
            </a:solidFill>
            <a:prstDash val="solid"/>
          </a:ln>
        </p:spPr>
      </p:sp>
      <p:sp>
        <p:nvSpPr>
          <p:cNvPr id="197" name="Shape 119"/>
          <p:cNvSpPr/>
          <p:nvPr/>
        </p:nvSpPr>
        <p:spPr>
          <a:xfrm>
            <a:off x="3298571" y="1083310"/>
            <a:ext cx="198882" cy="164592"/>
          </a:xfrm>
          <a:prstGeom prst="rect">
            <a:avLst/>
          </a:prstGeom>
          <a:solidFill>
            <a:srgbClr val="F2F2F2"/>
          </a:solidFill>
          <a:ln w="6350">
            <a:solidFill>
              <a:srgbClr val="666666"/>
            </a:solidFill>
            <a:prstDash val="solid"/>
          </a:ln>
        </p:spPr>
      </p:sp>
      <p:sp>
        <p:nvSpPr>
          <p:cNvPr id="198" name="Shape 120"/>
          <p:cNvSpPr/>
          <p:nvPr/>
        </p:nvSpPr>
        <p:spPr>
          <a:xfrm>
            <a:off x="3497453" y="1083310"/>
            <a:ext cx="198882" cy="164592"/>
          </a:xfrm>
          <a:prstGeom prst="rect">
            <a:avLst/>
          </a:prstGeom>
          <a:solidFill>
            <a:srgbClr val="F2F2F2"/>
          </a:solidFill>
          <a:ln w="6350">
            <a:solidFill>
              <a:srgbClr val="666666"/>
            </a:solidFill>
            <a:prstDash val="solid"/>
          </a:ln>
        </p:spPr>
      </p:sp>
      <p:sp>
        <p:nvSpPr>
          <p:cNvPr id="199" name="Shape 121"/>
          <p:cNvSpPr/>
          <p:nvPr/>
        </p:nvSpPr>
        <p:spPr>
          <a:xfrm>
            <a:off x="3696335" y="1083310"/>
            <a:ext cx="198882" cy="164592"/>
          </a:xfrm>
          <a:prstGeom prst="rect">
            <a:avLst/>
          </a:prstGeom>
          <a:solidFill>
            <a:srgbClr val="F2F2F2"/>
          </a:solidFill>
          <a:ln w="6350">
            <a:solidFill>
              <a:srgbClr val="666666"/>
            </a:solidFill>
            <a:prstDash val="solid"/>
          </a:ln>
        </p:spPr>
      </p:sp>
      <p:sp>
        <p:nvSpPr>
          <p:cNvPr id="200" name="Shape 122"/>
          <p:cNvSpPr/>
          <p:nvPr/>
        </p:nvSpPr>
        <p:spPr>
          <a:xfrm>
            <a:off x="3895217" y="1083310"/>
            <a:ext cx="198882" cy="164592"/>
          </a:xfrm>
          <a:prstGeom prst="rect">
            <a:avLst/>
          </a:prstGeom>
          <a:solidFill>
            <a:srgbClr val="FF0000"/>
          </a:solidFill>
          <a:ln w="6350">
            <a:solidFill>
              <a:srgbClr val="666666"/>
            </a:solidFill>
            <a:prstDash val="solid"/>
          </a:ln>
        </p:spPr>
      </p:sp>
      <p:sp>
        <p:nvSpPr>
          <p:cNvPr id="201" name="Shape 123"/>
          <p:cNvSpPr/>
          <p:nvPr/>
        </p:nvSpPr>
        <p:spPr>
          <a:xfrm>
            <a:off x="4094099" y="1083310"/>
            <a:ext cx="198882" cy="164592"/>
          </a:xfrm>
          <a:prstGeom prst="rect">
            <a:avLst/>
          </a:prstGeom>
          <a:solidFill>
            <a:srgbClr val="FF0000"/>
          </a:solidFill>
          <a:ln w="6350">
            <a:solidFill>
              <a:srgbClr val="666666"/>
            </a:solidFill>
            <a:prstDash val="solid"/>
          </a:ln>
        </p:spPr>
      </p:sp>
      <p:sp>
        <p:nvSpPr>
          <p:cNvPr id="202" name="Shape 124"/>
          <p:cNvSpPr/>
          <p:nvPr/>
        </p:nvSpPr>
        <p:spPr>
          <a:xfrm>
            <a:off x="4292981" y="1083310"/>
            <a:ext cx="198882" cy="164592"/>
          </a:xfrm>
          <a:prstGeom prst="rect">
            <a:avLst/>
          </a:prstGeom>
          <a:solidFill>
            <a:srgbClr val="FF0000"/>
          </a:solidFill>
          <a:ln w="6350">
            <a:solidFill>
              <a:srgbClr val="666666"/>
            </a:solidFill>
            <a:prstDash val="solid"/>
          </a:ln>
        </p:spPr>
      </p:sp>
      <p:sp>
        <p:nvSpPr>
          <p:cNvPr id="203" name="Shape 125"/>
          <p:cNvSpPr/>
          <p:nvPr/>
        </p:nvSpPr>
        <p:spPr>
          <a:xfrm>
            <a:off x="4491863" y="1083310"/>
            <a:ext cx="198882" cy="164592"/>
          </a:xfrm>
          <a:prstGeom prst="rect">
            <a:avLst/>
          </a:prstGeom>
          <a:solidFill>
            <a:srgbClr val="F2F2F2"/>
          </a:solidFill>
          <a:ln w="6350">
            <a:solidFill>
              <a:srgbClr val="666666"/>
            </a:solidFill>
            <a:prstDash val="solid"/>
          </a:ln>
        </p:spPr>
      </p:sp>
      <p:sp>
        <p:nvSpPr>
          <p:cNvPr id="204" name="Shape 126"/>
          <p:cNvSpPr/>
          <p:nvPr/>
        </p:nvSpPr>
        <p:spPr>
          <a:xfrm>
            <a:off x="4690745" y="1083310"/>
            <a:ext cx="198882" cy="164592"/>
          </a:xfrm>
          <a:prstGeom prst="rect">
            <a:avLst/>
          </a:prstGeom>
          <a:solidFill>
            <a:srgbClr val="F2F2F2"/>
          </a:solidFill>
          <a:ln w="6350">
            <a:solidFill>
              <a:srgbClr val="666666"/>
            </a:solidFill>
            <a:prstDash val="solid"/>
          </a:ln>
        </p:spPr>
      </p:sp>
      <p:sp>
        <p:nvSpPr>
          <p:cNvPr id="205" name="Shape 127"/>
          <p:cNvSpPr/>
          <p:nvPr/>
        </p:nvSpPr>
        <p:spPr>
          <a:xfrm>
            <a:off x="4889627" y="1083310"/>
            <a:ext cx="198882" cy="164592"/>
          </a:xfrm>
          <a:prstGeom prst="rect">
            <a:avLst/>
          </a:prstGeom>
          <a:solidFill>
            <a:srgbClr val="F2F2F2"/>
          </a:solidFill>
          <a:ln w="6350">
            <a:solidFill>
              <a:srgbClr val="666666"/>
            </a:solidFill>
            <a:prstDash val="solid"/>
          </a:ln>
        </p:spPr>
      </p:sp>
      <p:sp>
        <p:nvSpPr>
          <p:cNvPr id="206" name="Shape 128"/>
          <p:cNvSpPr/>
          <p:nvPr/>
        </p:nvSpPr>
        <p:spPr>
          <a:xfrm>
            <a:off x="5088509" y="1083310"/>
            <a:ext cx="198882" cy="164592"/>
          </a:xfrm>
          <a:prstGeom prst="rect">
            <a:avLst/>
          </a:prstGeom>
          <a:solidFill>
            <a:srgbClr val="F2F2F2"/>
          </a:solidFill>
          <a:ln w="6350">
            <a:solidFill>
              <a:srgbClr val="666666"/>
            </a:solidFill>
            <a:prstDash val="solid"/>
          </a:ln>
        </p:spPr>
      </p:sp>
      <p:sp>
        <p:nvSpPr>
          <p:cNvPr id="207" name="Shape 129"/>
          <p:cNvSpPr/>
          <p:nvPr/>
        </p:nvSpPr>
        <p:spPr>
          <a:xfrm>
            <a:off x="5287391" y="1083310"/>
            <a:ext cx="198882" cy="164592"/>
          </a:xfrm>
          <a:prstGeom prst="rect">
            <a:avLst/>
          </a:prstGeom>
          <a:solidFill>
            <a:srgbClr val="F2F2F2"/>
          </a:solidFill>
          <a:ln w="6350">
            <a:solidFill>
              <a:srgbClr val="666666"/>
            </a:solidFill>
            <a:prstDash val="solid"/>
          </a:ln>
        </p:spPr>
      </p:sp>
      <p:sp>
        <p:nvSpPr>
          <p:cNvPr id="208" name="Shape 130"/>
          <p:cNvSpPr/>
          <p:nvPr/>
        </p:nvSpPr>
        <p:spPr>
          <a:xfrm>
            <a:off x="5486273" y="1083310"/>
            <a:ext cx="198882" cy="164592"/>
          </a:xfrm>
          <a:prstGeom prst="rect">
            <a:avLst/>
          </a:prstGeom>
          <a:solidFill>
            <a:srgbClr val="F2F2F2"/>
          </a:solidFill>
          <a:ln w="6350">
            <a:solidFill>
              <a:srgbClr val="666666"/>
            </a:solidFill>
            <a:prstDash val="solid"/>
          </a:ln>
        </p:spPr>
      </p:sp>
      <p:sp>
        <p:nvSpPr>
          <p:cNvPr id="209" name="Shape 131"/>
          <p:cNvSpPr/>
          <p:nvPr/>
        </p:nvSpPr>
        <p:spPr>
          <a:xfrm>
            <a:off x="5685155" y="1083310"/>
            <a:ext cx="198882" cy="164592"/>
          </a:xfrm>
          <a:prstGeom prst="rect">
            <a:avLst/>
          </a:prstGeom>
          <a:solidFill>
            <a:srgbClr val="F2F2F2"/>
          </a:solidFill>
          <a:ln w="6350">
            <a:solidFill>
              <a:srgbClr val="666666"/>
            </a:solidFill>
            <a:prstDash val="solid"/>
          </a:ln>
        </p:spPr>
      </p:sp>
      <p:sp>
        <p:nvSpPr>
          <p:cNvPr id="210" name="Shape 132"/>
          <p:cNvSpPr/>
          <p:nvPr/>
        </p:nvSpPr>
        <p:spPr>
          <a:xfrm>
            <a:off x="5884037" y="1083310"/>
            <a:ext cx="198882" cy="164592"/>
          </a:xfrm>
          <a:prstGeom prst="rect">
            <a:avLst/>
          </a:prstGeom>
          <a:solidFill>
            <a:srgbClr val="F2F2F2"/>
          </a:solidFill>
          <a:ln w="6350">
            <a:solidFill>
              <a:srgbClr val="666666"/>
            </a:solidFill>
            <a:prstDash val="solid"/>
          </a:ln>
        </p:spPr>
      </p:sp>
      <p:sp>
        <p:nvSpPr>
          <p:cNvPr id="211" name="Shape 133"/>
          <p:cNvSpPr/>
          <p:nvPr/>
        </p:nvSpPr>
        <p:spPr>
          <a:xfrm>
            <a:off x="6082919" y="1083310"/>
            <a:ext cx="198882" cy="164592"/>
          </a:xfrm>
          <a:prstGeom prst="rect">
            <a:avLst/>
          </a:prstGeom>
          <a:solidFill>
            <a:srgbClr val="F2F2F2"/>
          </a:solidFill>
          <a:ln w="6350">
            <a:solidFill>
              <a:srgbClr val="666666"/>
            </a:solidFill>
            <a:prstDash val="solid"/>
          </a:ln>
        </p:spPr>
      </p:sp>
      <p:sp>
        <p:nvSpPr>
          <p:cNvPr id="212" name="Shape 134"/>
          <p:cNvSpPr/>
          <p:nvPr/>
        </p:nvSpPr>
        <p:spPr>
          <a:xfrm>
            <a:off x="6281801" y="1083310"/>
            <a:ext cx="198882" cy="164592"/>
          </a:xfrm>
          <a:prstGeom prst="rect">
            <a:avLst/>
          </a:prstGeom>
          <a:solidFill>
            <a:srgbClr val="F2F2F2"/>
          </a:solidFill>
          <a:ln w="6350">
            <a:solidFill>
              <a:srgbClr val="666666"/>
            </a:solidFill>
            <a:prstDash val="solid"/>
          </a:ln>
        </p:spPr>
      </p:sp>
      <p:sp>
        <p:nvSpPr>
          <p:cNvPr id="213" name="Shape 135"/>
          <p:cNvSpPr/>
          <p:nvPr/>
        </p:nvSpPr>
        <p:spPr>
          <a:xfrm>
            <a:off x="6480683" y="1083310"/>
            <a:ext cx="198882" cy="164592"/>
          </a:xfrm>
          <a:prstGeom prst="rect">
            <a:avLst/>
          </a:prstGeom>
          <a:solidFill>
            <a:srgbClr val="F2F2F2"/>
          </a:solidFill>
          <a:ln w="6350">
            <a:solidFill>
              <a:srgbClr val="666666"/>
            </a:solidFill>
            <a:prstDash val="solid"/>
          </a:ln>
        </p:spPr>
      </p:sp>
      <p:sp>
        <p:nvSpPr>
          <p:cNvPr id="214" name="Shape 136"/>
          <p:cNvSpPr/>
          <p:nvPr/>
        </p:nvSpPr>
        <p:spPr>
          <a:xfrm>
            <a:off x="6679565" y="1083310"/>
            <a:ext cx="198882" cy="164592"/>
          </a:xfrm>
          <a:prstGeom prst="rect">
            <a:avLst/>
          </a:prstGeom>
          <a:solidFill>
            <a:srgbClr val="F2F2F2"/>
          </a:solidFill>
          <a:ln w="6350">
            <a:solidFill>
              <a:srgbClr val="666666"/>
            </a:solidFill>
            <a:prstDash val="solid"/>
          </a:ln>
        </p:spPr>
      </p:sp>
      <p:sp>
        <p:nvSpPr>
          <p:cNvPr id="215" name="Shape 137"/>
          <p:cNvSpPr/>
          <p:nvPr/>
        </p:nvSpPr>
        <p:spPr>
          <a:xfrm>
            <a:off x="6878447" y="1083310"/>
            <a:ext cx="198882" cy="164592"/>
          </a:xfrm>
          <a:prstGeom prst="rect">
            <a:avLst/>
          </a:prstGeom>
          <a:solidFill>
            <a:srgbClr val="F2F2F2"/>
          </a:solidFill>
          <a:ln w="6350">
            <a:solidFill>
              <a:srgbClr val="666666"/>
            </a:solidFill>
            <a:prstDash val="solid"/>
          </a:ln>
        </p:spPr>
      </p:sp>
      <p:sp>
        <p:nvSpPr>
          <p:cNvPr id="216" name="Shape 138"/>
          <p:cNvSpPr/>
          <p:nvPr/>
        </p:nvSpPr>
        <p:spPr>
          <a:xfrm>
            <a:off x="7077329" y="1083310"/>
            <a:ext cx="198882" cy="164592"/>
          </a:xfrm>
          <a:prstGeom prst="rect">
            <a:avLst/>
          </a:prstGeom>
          <a:solidFill>
            <a:srgbClr val="F2F2F2"/>
          </a:solidFill>
          <a:ln w="6350">
            <a:solidFill>
              <a:srgbClr val="666666"/>
            </a:solidFill>
            <a:prstDash val="solid"/>
          </a:ln>
        </p:spPr>
      </p:sp>
      <p:sp>
        <p:nvSpPr>
          <p:cNvPr id="217" name="Shape 139"/>
          <p:cNvSpPr/>
          <p:nvPr/>
        </p:nvSpPr>
        <p:spPr>
          <a:xfrm>
            <a:off x="7276211" y="1083310"/>
            <a:ext cx="198882" cy="164592"/>
          </a:xfrm>
          <a:prstGeom prst="rect">
            <a:avLst/>
          </a:prstGeom>
          <a:solidFill>
            <a:srgbClr val="F2F2F2"/>
          </a:solidFill>
          <a:ln w="6350">
            <a:solidFill>
              <a:srgbClr val="666666"/>
            </a:solidFill>
            <a:prstDash val="solid"/>
          </a:ln>
        </p:spPr>
      </p:sp>
      <p:sp>
        <p:nvSpPr>
          <p:cNvPr id="218" name="Shape 140"/>
          <p:cNvSpPr/>
          <p:nvPr/>
        </p:nvSpPr>
        <p:spPr>
          <a:xfrm>
            <a:off x="7475093" y="1083310"/>
            <a:ext cx="198882" cy="164592"/>
          </a:xfrm>
          <a:prstGeom prst="rect">
            <a:avLst/>
          </a:prstGeom>
          <a:solidFill>
            <a:srgbClr val="F2F2F2"/>
          </a:solidFill>
          <a:ln w="6350">
            <a:solidFill>
              <a:srgbClr val="666666"/>
            </a:solidFill>
            <a:prstDash val="solid"/>
          </a:ln>
        </p:spPr>
      </p:sp>
      <p:sp>
        <p:nvSpPr>
          <p:cNvPr id="219" name="Shape 141"/>
          <p:cNvSpPr/>
          <p:nvPr/>
        </p:nvSpPr>
        <p:spPr>
          <a:xfrm>
            <a:off x="7673975" y="1083310"/>
            <a:ext cx="198882" cy="164592"/>
          </a:xfrm>
          <a:prstGeom prst="rect">
            <a:avLst/>
          </a:prstGeom>
          <a:solidFill>
            <a:srgbClr val="F2F2F2"/>
          </a:solidFill>
          <a:ln w="6350">
            <a:solidFill>
              <a:srgbClr val="666666"/>
            </a:solidFill>
            <a:prstDash val="solid"/>
          </a:ln>
        </p:spPr>
      </p:sp>
      <p:sp>
        <p:nvSpPr>
          <p:cNvPr id="220" name="Shape 142"/>
          <p:cNvSpPr/>
          <p:nvPr/>
        </p:nvSpPr>
        <p:spPr>
          <a:xfrm>
            <a:off x="7872857" y="1083310"/>
            <a:ext cx="198882" cy="164592"/>
          </a:xfrm>
          <a:prstGeom prst="rect">
            <a:avLst/>
          </a:prstGeom>
          <a:solidFill>
            <a:srgbClr val="F2F2F2"/>
          </a:solidFill>
          <a:ln w="6350">
            <a:solidFill>
              <a:srgbClr val="666666"/>
            </a:solidFill>
            <a:prstDash val="solid"/>
          </a:ln>
        </p:spPr>
      </p:sp>
      <p:sp>
        <p:nvSpPr>
          <p:cNvPr id="221" name="Shape 143"/>
          <p:cNvSpPr/>
          <p:nvPr/>
        </p:nvSpPr>
        <p:spPr>
          <a:xfrm>
            <a:off x="8071739" y="1083310"/>
            <a:ext cx="198882" cy="164592"/>
          </a:xfrm>
          <a:prstGeom prst="rect">
            <a:avLst/>
          </a:prstGeom>
          <a:solidFill>
            <a:srgbClr val="F2F2F2"/>
          </a:solidFill>
          <a:ln w="6350">
            <a:solidFill>
              <a:srgbClr val="666666"/>
            </a:solidFill>
            <a:prstDash val="solid"/>
          </a:ln>
        </p:spPr>
      </p:sp>
      <p:sp>
        <p:nvSpPr>
          <p:cNvPr id="222" name="Shape 144"/>
          <p:cNvSpPr/>
          <p:nvPr/>
        </p:nvSpPr>
        <p:spPr>
          <a:xfrm>
            <a:off x="8270621" y="1083310"/>
            <a:ext cx="198882" cy="164592"/>
          </a:xfrm>
          <a:prstGeom prst="rect">
            <a:avLst/>
          </a:prstGeom>
          <a:solidFill>
            <a:srgbClr val="F2F2F2"/>
          </a:solidFill>
          <a:ln w="6350">
            <a:solidFill>
              <a:srgbClr val="666666"/>
            </a:solidFill>
            <a:prstDash val="solid"/>
          </a:ln>
        </p:spPr>
      </p:sp>
      <p:sp>
        <p:nvSpPr>
          <p:cNvPr id="223" name="Shape 145"/>
          <p:cNvSpPr/>
          <p:nvPr/>
        </p:nvSpPr>
        <p:spPr>
          <a:xfrm>
            <a:off x="8469503" y="1083310"/>
            <a:ext cx="198882" cy="164592"/>
          </a:xfrm>
          <a:prstGeom prst="rect">
            <a:avLst/>
          </a:prstGeom>
          <a:solidFill>
            <a:srgbClr val="F2F2F2"/>
          </a:solidFill>
          <a:ln w="6350">
            <a:solidFill>
              <a:srgbClr val="666666"/>
            </a:solidFill>
            <a:prstDash val="solid"/>
          </a:ln>
        </p:spPr>
      </p:sp>
      <p:sp>
        <p:nvSpPr>
          <p:cNvPr id="224" name="Shape 150"/>
          <p:cNvSpPr/>
          <p:nvPr/>
        </p:nvSpPr>
        <p:spPr>
          <a:xfrm>
            <a:off x="1508633" y="1247902"/>
            <a:ext cx="198882" cy="164592"/>
          </a:xfrm>
          <a:prstGeom prst="rect">
            <a:avLst/>
          </a:prstGeom>
          <a:noFill/>
          <a:ln w="6350">
            <a:solidFill>
              <a:srgbClr val="666666"/>
            </a:solidFill>
            <a:prstDash val="solid"/>
          </a:ln>
        </p:spPr>
      </p:sp>
      <p:sp>
        <p:nvSpPr>
          <p:cNvPr id="225" name="Shape 151"/>
          <p:cNvSpPr/>
          <p:nvPr/>
        </p:nvSpPr>
        <p:spPr>
          <a:xfrm>
            <a:off x="1707515" y="1247902"/>
            <a:ext cx="198882" cy="164592"/>
          </a:xfrm>
          <a:prstGeom prst="rect">
            <a:avLst/>
          </a:prstGeom>
          <a:solidFill>
            <a:schemeClr val="bg1"/>
          </a:solidFill>
          <a:ln w="6350">
            <a:solidFill>
              <a:srgbClr val="666666"/>
            </a:solidFill>
            <a:prstDash val="solid"/>
          </a:ln>
        </p:spPr>
      </p:sp>
      <p:sp>
        <p:nvSpPr>
          <p:cNvPr id="226" name="Shape 152"/>
          <p:cNvSpPr/>
          <p:nvPr/>
        </p:nvSpPr>
        <p:spPr>
          <a:xfrm>
            <a:off x="1906397" y="1247902"/>
            <a:ext cx="198882" cy="164592"/>
          </a:xfrm>
          <a:prstGeom prst="rect">
            <a:avLst/>
          </a:prstGeom>
          <a:solidFill>
            <a:schemeClr val="bg1"/>
          </a:solidFill>
          <a:ln w="6350">
            <a:solidFill>
              <a:srgbClr val="666666"/>
            </a:solidFill>
            <a:prstDash val="solid"/>
          </a:ln>
        </p:spPr>
      </p:sp>
      <p:sp>
        <p:nvSpPr>
          <p:cNvPr id="227" name="Shape 153"/>
          <p:cNvSpPr/>
          <p:nvPr/>
        </p:nvSpPr>
        <p:spPr>
          <a:xfrm>
            <a:off x="2105279" y="1247902"/>
            <a:ext cx="198882" cy="164592"/>
          </a:xfrm>
          <a:prstGeom prst="rect">
            <a:avLst/>
          </a:prstGeom>
          <a:solidFill>
            <a:schemeClr val="bg1"/>
          </a:solidFill>
          <a:ln w="6350">
            <a:solidFill>
              <a:srgbClr val="666666"/>
            </a:solidFill>
            <a:prstDash val="solid"/>
          </a:ln>
        </p:spPr>
      </p:sp>
      <p:sp>
        <p:nvSpPr>
          <p:cNvPr id="228" name="Shape 154"/>
          <p:cNvSpPr/>
          <p:nvPr/>
        </p:nvSpPr>
        <p:spPr>
          <a:xfrm>
            <a:off x="2304161" y="1247902"/>
            <a:ext cx="198882" cy="164592"/>
          </a:xfrm>
          <a:prstGeom prst="rect">
            <a:avLst/>
          </a:prstGeom>
          <a:solidFill>
            <a:schemeClr val="bg1"/>
          </a:solidFill>
          <a:ln w="6350">
            <a:solidFill>
              <a:srgbClr val="666666"/>
            </a:solidFill>
            <a:prstDash val="solid"/>
          </a:ln>
        </p:spPr>
      </p:sp>
      <p:sp>
        <p:nvSpPr>
          <p:cNvPr id="229" name="Shape 155"/>
          <p:cNvSpPr/>
          <p:nvPr/>
        </p:nvSpPr>
        <p:spPr>
          <a:xfrm>
            <a:off x="2503043" y="1247902"/>
            <a:ext cx="198882" cy="164592"/>
          </a:xfrm>
          <a:prstGeom prst="rect">
            <a:avLst/>
          </a:prstGeom>
          <a:solidFill>
            <a:schemeClr val="bg1"/>
          </a:solidFill>
          <a:ln w="6350">
            <a:solidFill>
              <a:srgbClr val="666666"/>
            </a:solidFill>
            <a:prstDash val="solid"/>
          </a:ln>
        </p:spPr>
      </p:sp>
      <p:sp>
        <p:nvSpPr>
          <p:cNvPr id="230" name="Shape 156"/>
          <p:cNvSpPr/>
          <p:nvPr/>
        </p:nvSpPr>
        <p:spPr>
          <a:xfrm>
            <a:off x="2701925" y="1247902"/>
            <a:ext cx="198882" cy="164592"/>
          </a:xfrm>
          <a:prstGeom prst="rect">
            <a:avLst/>
          </a:prstGeom>
          <a:solidFill>
            <a:schemeClr val="bg1"/>
          </a:solidFill>
          <a:ln w="6350">
            <a:solidFill>
              <a:srgbClr val="666666"/>
            </a:solidFill>
            <a:prstDash val="solid"/>
          </a:ln>
        </p:spPr>
      </p:sp>
      <p:sp>
        <p:nvSpPr>
          <p:cNvPr id="231" name="Shape 157"/>
          <p:cNvSpPr/>
          <p:nvPr/>
        </p:nvSpPr>
        <p:spPr>
          <a:xfrm>
            <a:off x="2900807" y="1247902"/>
            <a:ext cx="198882" cy="164592"/>
          </a:xfrm>
          <a:prstGeom prst="rect">
            <a:avLst/>
          </a:prstGeom>
          <a:solidFill>
            <a:schemeClr val="bg1"/>
          </a:solidFill>
          <a:ln w="6350">
            <a:solidFill>
              <a:srgbClr val="666666"/>
            </a:solidFill>
            <a:prstDash val="solid"/>
          </a:ln>
        </p:spPr>
      </p:sp>
      <p:sp>
        <p:nvSpPr>
          <p:cNvPr id="232" name="Shape 158"/>
          <p:cNvSpPr/>
          <p:nvPr/>
        </p:nvSpPr>
        <p:spPr>
          <a:xfrm>
            <a:off x="3099689" y="1247902"/>
            <a:ext cx="198882" cy="164592"/>
          </a:xfrm>
          <a:prstGeom prst="rect">
            <a:avLst/>
          </a:prstGeom>
          <a:solidFill>
            <a:schemeClr val="bg1"/>
          </a:solidFill>
          <a:ln w="6350">
            <a:solidFill>
              <a:srgbClr val="666666"/>
            </a:solidFill>
            <a:prstDash val="solid"/>
          </a:ln>
        </p:spPr>
      </p:sp>
      <p:sp>
        <p:nvSpPr>
          <p:cNvPr id="233" name="Shape 159"/>
          <p:cNvSpPr/>
          <p:nvPr/>
        </p:nvSpPr>
        <p:spPr>
          <a:xfrm>
            <a:off x="3298571" y="1247902"/>
            <a:ext cx="198882" cy="164592"/>
          </a:xfrm>
          <a:prstGeom prst="rect">
            <a:avLst/>
          </a:prstGeom>
          <a:solidFill>
            <a:schemeClr val="bg1"/>
          </a:solidFill>
          <a:ln w="6350">
            <a:solidFill>
              <a:srgbClr val="666666"/>
            </a:solidFill>
            <a:prstDash val="solid"/>
          </a:ln>
        </p:spPr>
      </p:sp>
      <p:sp>
        <p:nvSpPr>
          <p:cNvPr id="234" name="Shape 160"/>
          <p:cNvSpPr/>
          <p:nvPr/>
        </p:nvSpPr>
        <p:spPr>
          <a:xfrm>
            <a:off x="3497453" y="1247902"/>
            <a:ext cx="198882" cy="164592"/>
          </a:xfrm>
          <a:prstGeom prst="rect">
            <a:avLst/>
          </a:prstGeom>
          <a:solidFill>
            <a:schemeClr val="bg1"/>
          </a:solidFill>
          <a:ln w="6350">
            <a:solidFill>
              <a:srgbClr val="666666"/>
            </a:solidFill>
            <a:prstDash val="solid"/>
          </a:ln>
        </p:spPr>
      </p:sp>
      <p:sp>
        <p:nvSpPr>
          <p:cNvPr id="235" name="Shape 161"/>
          <p:cNvSpPr/>
          <p:nvPr/>
        </p:nvSpPr>
        <p:spPr>
          <a:xfrm>
            <a:off x="3696335" y="1247902"/>
            <a:ext cx="198882" cy="164592"/>
          </a:xfrm>
          <a:prstGeom prst="rect">
            <a:avLst/>
          </a:prstGeom>
          <a:solidFill>
            <a:schemeClr val="bg1"/>
          </a:solidFill>
          <a:ln w="6350">
            <a:solidFill>
              <a:srgbClr val="666666"/>
            </a:solidFill>
            <a:prstDash val="solid"/>
          </a:ln>
        </p:spPr>
      </p:sp>
      <p:sp>
        <p:nvSpPr>
          <p:cNvPr id="236" name="Shape 162"/>
          <p:cNvSpPr/>
          <p:nvPr/>
        </p:nvSpPr>
        <p:spPr>
          <a:xfrm>
            <a:off x="3895217" y="1247902"/>
            <a:ext cx="198882" cy="164592"/>
          </a:xfrm>
          <a:prstGeom prst="rect">
            <a:avLst/>
          </a:prstGeom>
          <a:solidFill>
            <a:srgbClr val="00B050"/>
          </a:solidFill>
          <a:ln w="6350">
            <a:solidFill>
              <a:srgbClr val="666666"/>
            </a:solidFill>
            <a:prstDash val="solid"/>
          </a:ln>
        </p:spPr>
      </p:sp>
      <p:sp>
        <p:nvSpPr>
          <p:cNvPr id="237" name="Shape 163"/>
          <p:cNvSpPr/>
          <p:nvPr/>
        </p:nvSpPr>
        <p:spPr>
          <a:xfrm>
            <a:off x="4094099" y="1247902"/>
            <a:ext cx="198882" cy="164592"/>
          </a:xfrm>
          <a:prstGeom prst="rect">
            <a:avLst/>
          </a:prstGeom>
          <a:solidFill>
            <a:srgbClr val="00B050"/>
          </a:solidFill>
          <a:ln w="6350">
            <a:solidFill>
              <a:srgbClr val="666666"/>
            </a:solidFill>
            <a:prstDash val="solid"/>
          </a:ln>
        </p:spPr>
      </p:sp>
      <p:sp>
        <p:nvSpPr>
          <p:cNvPr id="238" name="Shape 164"/>
          <p:cNvSpPr/>
          <p:nvPr/>
        </p:nvSpPr>
        <p:spPr>
          <a:xfrm>
            <a:off x="4292981" y="1247902"/>
            <a:ext cx="198882" cy="164592"/>
          </a:xfrm>
          <a:prstGeom prst="rect">
            <a:avLst/>
          </a:prstGeom>
          <a:solidFill>
            <a:srgbClr val="00B050"/>
          </a:solidFill>
          <a:ln w="6350">
            <a:solidFill>
              <a:srgbClr val="666666"/>
            </a:solidFill>
            <a:prstDash val="solid"/>
          </a:ln>
        </p:spPr>
      </p:sp>
      <p:sp>
        <p:nvSpPr>
          <p:cNvPr id="239" name="Shape 165"/>
          <p:cNvSpPr/>
          <p:nvPr/>
        </p:nvSpPr>
        <p:spPr>
          <a:xfrm>
            <a:off x="4491863" y="1247902"/>
            <a:ext cx="198882" cy="164592"/>
          </a:xfrm>
          <a:prstGeom prst="rect">
            <a:avLst/>
          </a:prstGeom>
          <a:solidFill>
            <a:schemeClr val="bg1"/>
          </a:solidFill>
          <a:ln w="6350">
            <a:solidFill>
              <a:srgbClr val="666666"/>
            </a:solidFill>
            <a:prstDash val="solid"/>
          </a:ln>
        </p:spPr>
      </p:sp>
      <p:sp>
        <p:nvSpPr>
          <p:cNvPr id="240" name="Shape 166"/>
          <p:cNvSpPr/>
          <p:nvPr/>
        </p:nvSpPr>
        <p:spPr>
          <a:xfrm>
            <a:off x="4690745" y="1247902"/>
            <a:ext cx="198882" cy="164592"/>
          </a:xfrm>
          <a:prstGeom prst="rect">
            <a:avLst/>
          </a:prstGeom>
          <a:solidFill>
            <a:schemeClr val="bg1"/>
          </a:solidFill>
          <a:ln w="6350">
            <a:solidFill>
              <a:srgbClr val="666666"/>
            </a:solidFill>
            <a:prstDash val="solid"/>
          </a:ln>
        </p:spPr>
      </p:sp>
      <p:sp>
        <p:nvSpPr>
          <p:cNvPr id="241" name="Shape 167"/>
          <p:cNvSpPr/>
          <p:nvPr/>
        </p:nvSpPr>
        <p:spPr>
          <a:xfrm>
            <a:off x="4889627" y="1247902"/>
            <a:ext cx="198882" cy="164592"/>
          </a:xfrm>
          <a:prstGeom prst="rect">
            <a:avLst/>
          </a:prstGeom>
          <a:solidFill>
            <a:schemeClr val="bg1"/>
          </a:solidFill>
          <a:ln w="6350">
            <a:solidFill>
              <a:srgbClr val="666666"/>
            </a:solidFill>
            <a:prstDash val="solid"/>
          </a:ln>
        </p:spPr>
      </p:sp>
      <p:sp>
        <p:nvSpPr>
          <p:cNvPr id="242" name="Shape 168"/>
          <p:cNvSpPr/>
          <p:nvPr/>
        </p:nvSpPr>
        <p:spPr>
          <a:xfrm>
            <a:off x="5088509" y="1247902"/>
            <a:ext cx="198882" cy="164592"/>
          </a:xfrm>
          <a:prstGeom prst="rect">
            <a:avLst/>
          </a:prstGeom>
          <a:solidFill>
            <a:schemeClr val="bg1"/>
          </a:solidFill>
          <a:ln w="6350">
            <a:solidFill>
              <a:srgbClr val="666666"/>
            </a:solidFill>
            <a:prstDash val="solid"/>
          </a:ln>
        </p:spPr>
      </p:sp>
      <p:sp>
        <p:nvSpPr>
          <p:cNvPr id="243" name="Shape 169"/>
          <p:cNvSpPr/>
          <p:nvPr/>
        </p:nvSpPr>
        <p:spPr>
          <a:xfrm>
            <a:off x="5287391" y="1247902"/>
            <a:ext cx="198882" cy="164592"/>
          </a:xfrm>
          <a:prstGeom prst="rect">
            <a:avLst/>
          </a:prstGeom>
          <a:solidFill>
            <a:schemeClr val="bg1"/>
          </a:solidFill>
          <a:ln w="6350">
            <a:solidFill>
              <a:srgbClr val="666666"/>
            </a:solidFill>
            <a:prstDash val="solid"/>
          </a:ln>
        </p:spPr>
      </p:sp>
      <p:sp>
        <p:nvSpPr>
          <p:cNvPr id="244" name="Shape 170"/>
          <p:cNvSpPr/>
          <p:nvPr/>
        </p:nvSpPr>
        <p:spPr>
          <a:xfrm>
            <a:off x="5486273" y="1247902"/>
            <a:ext cx="198882" cy="164592"/>
          </a:xfrm>
          <a:prstGeom prst="rect">
            <a:avLst/>
          </a:prstGeom>
          <a:solidFill>
            <a:schemeClr val="bg1"/>
          </a:solidFill>
          <a:ln w="6350">
            <a:solidFill>
              <a:srgbClr val="666666"/>
            </a:solidFill>
            <a:prstDash val="solid"/>
          </a:ln>
        </p:spPr>
      </p:sp>
      <p:sp>
        <p:nvSpPr>
          <p:cNvPr id="245" name="Shape 171"/>
          <p:cNvSpPr/>
          <p:nvPr/>
        </p:nvSpPr>
        <p:spPr>
          <a:xfrm>
            <a:off x="5685155" y="1247902"/>
            <a:ext cx="198882" cy="164592"/>
          </a:xfrm>
          <a:prstGeom prst="rect">
            <a:avLst/>
          </a:prstGeom>
          <a:solidFill>
            <a:schemeClr val="bg1"/>
          </a:solidFill>
          <a:ln w="6350">
            <a:solidFill>
              <a:srgbClr val="666666"/>
            </a:solidFill>
            <a:prstDash val="solid"/>
          </a:ln>
        </p:spPr>
      </p:sp>
      <p:sp>
        <p:nvSpPr>
          <p:cNvPr id="246" name="Shape 172"/>
          <p:cNvSpPr/>
          <p:nvPr/>
        </p:nvSpPr>
        <p:spPr>
          <a:xfrm>
            <a:off x="5884037" y="1247902"/>
            <a:ext cx="198882" cy="164592"/>
          </a:xfrm>
          <a:prstGeom prst="rect">
            <a:avLst/>
          </a:prstGeom>
          <a:solidFill>
            <a:schemeClr val="bg1"/>
          </a:solidFill>
          <a:ln w="6350">
            <a:solidFill>
              <a:srgbClr val="666666"/>
            </a:solidFill>
            <a:prstDash val="solid"/>
          </a:ln>
        </p:spPr>
      </p:sp>
      <p:sp>
        <p:nvSpPr>
          <p:cNvPr id="247" name="Shape 173"/>
          <p:cNvSpPr/>
          <p:nvPr/>
        </p:nvSpPr>
        <p:spPr>
          <a:xfrm>
            <a:off x="6082919" y="1247902"/>
            <a:ext cx="198882" cy="164592"/>
          </a:xfrm>
          <a:prstGeom prst="rect">
            <a:avLst/>
          </a:prstGeom>
          <a:solidFill>
            <a:schemeClr val="bg1"/>
          </a:solidFill>
          <a:ln w="6350">
            <a:solidFill>
              <a:srgbClr val="666666"/>
            </a:solidFill>
            <a:prstDash val="solid"/>
          </a:ln>
        </p:spPr>
      </p:sp>
      <p:sp>
        <p:nvSpPr>
          <p:cNvPr id="248" name="Shape 174"/>
          <p:cNvSpPr/>
          <p:nvPr/>
        </p:nvSpPr>
        <p:spPr>
          <a:xfrm>
            <a:off x="6281801" y="1247902"/>
            <a:ext cx="198882" cy="164592"/>
          </a:xfrm>
          <a:prstGeom prst="rect">
            <a:avLst/>
          </a:prstGeom>
          <a:solidFill>
            <a:schemeClr val="bg1"/>
          </a:solidFill>
          <a:ln w="6350">
            <a:solidFill>
              <a:srgbClr val="666666"/>
            </a:solidFill>
            <a:prstDash val="solid"/>
          </a:ln>
        </p:spPr>
      </p:sp>
      <p:sp>
        <p:nvSpPr>
          <p:cNvPr id="249" name="Shape 175"/>
          <p:cNvSpPr/>
          <p:nvPr/>
        </p:nvSpPr>
        <p:spPr>
          <a:xfrm>
            <a:off x="6480683" y="1247902"/>
            <a:ext cx="198882" cy="164592"/>
          </a:xfrm>
          <a:prstGeom prst="rect">
            <a:avLst/>
          </a:prstGeom>
          <a:solidFill>
            <a:schemeClr val="bg1"/>
          </a:solidFill>
          <a:ln w="6350">
            <a:solidFill>
              <a:srgbClr val="666666"/>
            </a:solidFill>
            <a:prstDash val="solid"/>
          </a:ln>
        </p:spPr>
      </p:sp>
      <p:sp>
        <p:nvSpPr>
          <p:cNvPr id="250" name="Shape 176"/>
          <p:cNvSpPr/>
          <p:nvPr/>
        </p:nvSpPr>
        <p:spPr>
          <a:xfrm>
            <a:off x="6679565" y="1247902"/>
            <a:ext cx="198882" cy="164592"/>
          </a:xfrm>
          <a:prstGeom prst="rect">
            <a:avLst/>
          </a:prstGeom>
          <a:solidFill>
            <a:schemeClr val="bg1"/>
          </a:solidFill>
          <a:ln w="6350">
            <a:solidFill>
              <a:srgbClr val="666666"/>
            </a:solidFill>
            <a:prstDash val="solid"/>
          </a:ln>
        </p:spPr>
      </p:sp>
      <p:sp>
        <p:nvSpPr>
          <p:cNvPr id="251" name="Shape 177"/>
          <p:cNvSpPr/>
          <p:nvPr/>
        </p:nvSpPr>
        <p:spPr>
          <a:xfrm>
            <a:off x="6878447" y="1247902"/>
            <a:ext cx="198882" cy="164592"/>
          </a:xfrm>
          <a:prstGeom prst="rect">
            <a:avLst/>
          </a:prstGeom>
          <a:solidFill>
            <a:schemeClr val="bg1"/>
          </a:solidFill>
          <a:ln w="6350">
            <a:solidFill>
              <a:srgbClr val="666666"/>
            </a:solidFill>
            <a:prstDash val="solid"/>
          </a:ln>
        </p:spPr>
      </p:sp>
      <p:sp>
        <p:nvSpPr>
          <p:cNvPr id="252" name="Shape 178"/>
          <p:cNvSpPr/>
          <p:nvPr/>
        </p:nvSpPr>
        <p:spPr>
          <a:xfrm>
            <a:off x="7077329" y="1247902"/>
            <a:ext cx="198882" cy="164592"/>
          </a:xfrm>
          <a:prstGeom prst="rect">
            <a:avLst/>
          </a:prstGeom>
          <a:solidFill>
            <a:schemeClr val="bg1"/>
          </a:solidFill>
          <a:ln w="6350">
            <a:solidFill>
              <a:srgbClr val="666666"/>
            </a:solidFill>
            <a:prstDash val="solid"/>
          </a:ln>
        </p:spPr>
      </p:sp>
      <p:sp>
        <p:nvSpPr>
          <p:cNvPr id="253" name="Shape 179"/>
          <p:cNvSpPr/>
          <p:nvPr/>
        </p:nvSpPr>
        <p:spPr>
          <a:xfrm>
            <a:off x="7276211" y="1247902"/>
            <a:ext cx="198882" cy="164592"/>
          </a:xfrm>
          <a:prstGeom prst="rect">
            <a:avLst/>
          </a:prstGeom>
          <a:solidFill>
            <a:schemeClr val="bg1"/>
          </a:solidFill>
          <a:ln w="6350">
            <a:solidFill>
              <a:srgbClr val="666666"/>
            </a:solidFill>
            <a:prstDash val="solid"/>
          </a:ln>
        </p:spPr>
      </p:sp>
      <p:sp>
        <p:nvSpPr>
          <p:cNvPr id="254" name="Shape 180"/>
          <p:cNvSpPr/>
          <p:nvPr/>
        </p:nvSpPr>
        <p:spPr>
          <a:xfrm>
            <a:off x="7475093" y="1247902"/>
            <a:ext cx="198882" cy="164592"/>
          </a:xfrm>
          <a:prstGeom prst="rect">
            <a:avLst/>
          </a:prstGeom>
          <a:solidFill>
            <a:schemeClr val="bg1"/>
          </a:solidFill>
          <a:ln w="6350">
            <a:solidFill>
              <a:srgbClr val="666666"/>
            </a:solidFill>
            <a:prstDash val="solid"/>
          </a:ln>
        </p:spPr>
      </p:sp>
      <p:sp>
        <p:nvSpPr>
          <p:cNvPr id="255" name="Shape 181"/>
          <p:cNvSpPr/>
          <p:nvPr/>
        </p:nvSpPr>
        <p:spPr>
          <a:xfrm>
            <a:off x="7673975" y="1247902"/>
            <a:ext cx="198882" cy="164592"/>
          </a:xfrm>
          <a:prstGeom prst="rect">
            <a:avLst/>
          </a:prstGeom>
          <a:solidFill>
            <a:schemeClr val="bg1"/>
          </a:solidFill>
          <a:ln w="6350">
            <a:solidFill>
              <a:srgbClr val="666666"/>
            </a:solidFill>
            <a:prstDash val="solid"/>
          </a:ln>
        </p:spPr>
      </p:sp>
      <p:sp>
        <p:nvSpPr>
          <p:cNvPr id="256" name="Shape 182"/>
          <p:cNvSpPr/>
          <p:nvPr/>
        </p:nvSpPr>
        <p:spPr>
          <a:xfrm>
            <a:off x="7872857" y="1247902"/>
            <a:ext cx="198882" cy="164592"/>
          </a:xfrm>
          <a:prstGeom prst="rect">
            <a:avLst/>
          </a:prstGeom>
          <a:solidFill>
            <a:schemeClr val="bg1"/>
          </a:solidFill>
          <a:ln w="6350">
            <a:solidFill>
              <a:srgbClr val="666666"/>
            </a:solidFill>
            <a:prstDash val="solid"/>
          </a:ln>
        </p:spPr>
      </p:sp>
      <p:sp>
        <p:nvSpPr>
          <p:cNvPr id="257" name="Shape 183"/>
          <p:cNvSpPr/>
          <p:nvPr/>
        </p:nvSpPr>
        <p:spPr>
          <a:xfrm>
            <a:off x="8071739" y="1247902"/>
            <a:ext cx="198882" cy="164592"/>
          </a:xfrm>
          <a:prstGeom prst="rect">
            <a:avLst/>
          </a:prstGeom>
          <a:solidFill>
            <a:schemeClr val="bg1"/>
          </a:solidFill>
          <a:ln w="6350">
            <a:solidFill>
              <a:srgbClr val="666666"/>
            </a:solidFill>
            <a:prstDash val="solid"/>
          </a:ln>
        </p:spPr>
      </p:sp>
      <p:sp>
        <p:nvSpPr>
          <p:cNvPr id="258" name="Shape 184"/>
          <p:cNvSpPr/>
          <p:nvPr/>
        </p:nvSpPr>
        <p:spPr>
          <a:xfrm>
            <a:off x="8270621" y="1247902"/>
            <a:ext cx="198882" cy="164592"/>
          </a:xfrm>
          <a:prstGeom prst="rect">
            <a:avLst/>
          </a:prstGeom>
          <a:solidFill>
            <a:schemeClr val="bg1"/>
          </a:solidFill>
          <a:ln w="6350">
            <a:solidFill>
              <a:srgbClr val="666666"/>
            </a:solidFill>
            <a:prstDash val="solid"/>
          </a:ln>
        </p:spPr>
      </p:sp>
      <p:sp>
        <p:nvSpPr>
          <p:cNvPr id="259" name="Shape 185"/>
          <p:cNvSpPr/>
          <p:nvPr/>
        </p:nvSpPr>
        <p:spPr>
          <a:xfrm>
            <a:off x="8469503" y="1247902"/>
            <a:ext cx="198882" cy="164592"/>
          </a:xfrm>
          <a:prstGeom prst="rect">
            <a:avLst/>
          </a:prstGeom>
          <a:solidFill>
            <a:schemeClr val="bg1"/>
          </a:solidFill>
          <a:ln w="6350">
            <a:solidFill>
              <a:srgbClr val="666666"/>
            </a:solidFill>
            <a:prstDash val="solid"/>
          </a:ln>
        </p:spPr>
      </p:sp>
      <p:sp>
        <p:nvSpPr>
          <p:cNvPr id="260" name="Shape 186"/>
          <p:cNvSpPr/>
          <p:nvPr/>
        </p:nvSpPr>
        <p:spPr>
          <a:xfrm>
            <a:off x="754380" y="1413129"/>
            <a:ext cx="754380" cy="329184"/>
          </a:xfrm>
          <a:prstGeom prst="rect">
            <a:avLst/>
          </a:prstGeom>
          <a:solidFill>
            <a:srgbClr val="FFFFFF"/>
          </a:solidFill>
          <a:ln w="6350">
            <a:solidFill>
              <a:srgbClr val="666666"/>
            </a:solidFill>
            <a:prstDash val="solid"/>
          </a:ln>
        </p:spPr>
      </p:sp>
      <p:sp>
        <p:nvSpPr>
          <p:cNvPr id="261" name="Text 187"/>
          <p:cNvSpPr/>
          <p:nvPr/>
        </p:nvSpPr>
        <p:spPr>
          <a:xfrm>
            <a:off x="754380" y="1412494"/>
            <a:ext cx="754380" cy="329184"/>
          </a:xfrm>
          <a:prstGeom prst="rect">
            <a:avLst/>
          </a:prstGeom>
          <a:noFill/>
        </p:spPr>
        <p:txBody>
          <a:bodyPr wrap="square" lIns="0" tIns="38100" rIns="0" bIns="0" rtlCol="0" anchor="ctr"/>
          <a:lstStyle/>
          <a:p>
            <a:r>
              <a:rPr lang="en-US" sz="56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  LITERATURE</a:t>
            </a:r>
            <a:endParaRPr lang="en-US" sz="565" dirty="0"/>
          </a:p>
          <a:p>
            <a:r>
              <a:rPr lang="en-US" sz="56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  SURVEY</a:t>
            </a:r>
            <a:endParaRPr lang="en-US" sz="565" dirty="0"/>
          </a:p>
        </p:txBody>
      </p:sp>
      <p:sp>
        <p:nvSpPr>
          <p:cNvPr id="262" name="Shape 192"/>
          <p:cNvSpPr/>
          <p:nvPr/>
        </p:nvSpPr>
        <p:spPr>
          <a:xfrm>
            <a:off x="1508633" y="1412494"/>
            <a:ext cx="198882" cy="164592"/>
          </a:xfrm>
          <a:prstGeom prst="rect">
            <a:avLst/>
          </a:prstGeom>
          <a:noFill/>
          <a:ln w="6350">
            <a:solidFill>
              <a:srgbClr val="666666"/>
            </a:solidFill>
            <a:prstDash val="solid"/>
          </a:ln>
          <a:extLst>
            <a:ext uri="{909E8E84-426E-40DD-AFC4-6F175D3DCCD1}">
              <a14:hiddenFill xmlns:a14="http://schemas.microsoft.com/office/drawing/2010/main">
                <a:solidFill>
                  <a:srgbClr val="C00000"/>
                </a:solidFill>
              </a14:hiddenFill>
            </a:ext>
          </a:extLst>
        </p:spPr>
      </p:sp>
      <p:sp>
        <p:nvSpPr>
          <p:cNvPr id="263" name="Shape 193"/>
          <p:cNvSpPr/>
          <p:nvPr/>
        </p:nvSpPr>
        <p:spPr>
          <a:xfrm>
            <a:off x="1707515" y="1412494"/>
            <a:ext cx="198882" cy="164592"/>
          </a:xfrm>
          <a:prstGeom prst="rect">
            <a:avLst/>
          </a:prstGeom>
          <a:solidFill>
            <a:schemeClr val="bg1"/>
          </a:solidFill>
          <a:ln w="6350">
            <a:solidFill>
              <a:srgbClr val="666666"/>
            </a:solidFill>
            <a:prstDash val="solid"/>
          </a:ln>
          <a:extLst/>
        </p:spPr>
      </p:sp>
      <p:sp>
        <p:nvSpPr>
          <p:cNvPr id="264" name="Shape 194"/>
          <p:cNvSpPr/>
          <p:nvPr/>
        </p:nvSpPr>
        <p:spPr>
          <a:xfrm>
            <a:off x="1906397" y="1412494"/>
            <a:ext cx="198882" cy="164592"/>
          </a:xfrm>
          <a:prstGeom prst="rect">
            <a:avLst/>
          </a:prstGeom>
          <a:solidFill>
            <a:schemeClr val="bg1"/>
          </a:solidFill>
          <a:ln w="6350">
            <a:solidFill>
              <a:srgbClr val="666666"/>
            </a:solidFill>
            <a:prstDash val="solid"/>
          </a:ln>
          <a:extLst/>
        </p:spPr>
      </p:sp>
      <p:sp>
        <p:nvSpPr>
          <p:cNvPr id="265" name="Shape 195"/>
          <p:cNvSpPr/>
          <p:nvPr/>
        </p:nvSpPr>
        <p:spPr>
          <a:xfrm>
            <a:off x="2105279" y="1412494"/>
            <a:ext cx="198882" cy="164592"/>
          </a:xfrm>
          <a:prstGeom prst="rect">
            <a:avLst/>
          </a:prstGeom>
          <a:solidFill>
            <a:schemeClr val="bg1"/>
          </a:solidFill>
          <a:ln w="6350">
            <a:solidFill>
              <a:srgbClr val="666666"/>
            </a:solidFill>
            <a:prstDash val="solid"/>
          </a:ln>
          <a:extLst/>
        </p:spPr>
      </p:sp>
      <p:sp>
        <p:nvSpPr>
          <p:cNvPr id="266" name="Shape 196"/>
          <p:cNvSpPr/>
          <p:nvPr/>
        </p:nvSpPr>
        <p:spPr>
          <a:xfrm>
            <a:off x="2304161" y="1412494"/>
            <a:ext cx="198882" cy="164592"/>
          </a:xfrm>
          <a:prstGeom prst="rect">
            <a:avLst/>
          </a:prstGeom>
          <a:solidFill>
            <a:schemeClr val="bg1"/>
          </a:solidFill>
          <a:ln w="6350">
            <a:solidFill>
              <a:srgbClr val="666666"/>
            </a:solidFill>
            <a:prstDash val="solid"/>
          </a:ln>
        </p:spPr>
      </p:sp>
      <p:sp>
        <p:nvSpPr>
          <p:cNvPr id="267" name="Shape 197"/>
          <p:cNvSpPr/>
          <p:nvPr/>
        </p:nvSpPr>
        <p:spPr>
          <a:xfrm>
            <a:off x="2503043" y="1412494"/>
            <a:ext cx="198882" cy="164592"/>
          </a:xfrm>
          <a:prstGeom prst="rect">
            <a:avLst/>
          </a:prstGeom>
          <a:solidFill>
            <a:schemeClr val="bg1"/>
          </a:solidFill>
          <a:ln w="6350">
            <a:solidFill>
              <a:srgbClr val="666666"/>
            </a:solidFill>
            <a:prstDash val="solid"/>
          </a:ln>
        </p:spPr>
      </p:sp>
      <p:sp>
        <p:nvSpPr>
          <p:cNvPr id="268" name="Shape 198"/>
          <p:cNvSpPr/>
          <p:nvPr/>
        </p:nvSpPr>
        <p:spPr>
          <a:xfrm>
            <a:off x="2701925" y="1412494"/>
            <a:ext cx="198882" cy="164592"/>
          </a:xfrm>
          <a:prstGeom prst="rect">
            <a:avLst/>
          </a:prstGeom>
          <a:solidFill>
            <a:schemeClr val="bg1"/>
          </a:solidFill>
          <a:ln w="6350">
            <a:solidFill>
              <a:srgbClr val="666666"/>
            </a:solidFill>
            <a:prstDash val="solid"/>
          </a:ln>
        </p:spPr>
      </p:sp>
      <p:sp>
        <p:nvSpPr>
          <p:cNvPr id="269" name="Shape 199"/>
          <p:cNvSpPr/>
          <p:nvPr/>
        </p:nvSpPr>
        <p:spPr>
          <a:xfrm>
            <a:off x="2900807" y="1412494"/>
            <a:ext cx="198882" cy="164592"/>
          </a:xfrm>
          <a:prstGeom prst="rect">
            <a:avLst/>
          </a:prstGeom>
          <a:solidFill>
            <a:schemeClr val="bg1"/>
          </a:solidFill>
          <a:ln w="6350">
            <a:solidFill>
              <a:srgbClr val="666666"/>
            </a:solidFill>
            <a:prstDash val="solid"/>
          </a:ln>
        </p:spPr>
      </p:sp>
      <p:sp>
        <p:nvSpPr>
          <p:cNvPr id="270" name="Shape 200"/>
          <p:cNvSpPr/>
          <p:nvPr/>
        </p:nvSpPr>
        <p:spPr>
          <a:xfrm>
            <a:off x="3099689" y="1412494"/>
            <a:ext cx="198882" cy="164592"/>
          </a:xfrm>
          <a:prstGeom prst="rect">
            <a:avLst/>
          </a:prstGeom>
          <a:solidFill>
            <a:schemeClr val="bg1"/>
          </a:solidFill>
          <a:ln w="6350">
            <a:solidFill>
              <a:srgbClr val="666666"/>
            </a:solidFill>
            <a:prstDash val="solid"/>
          </a:ln>
        </p:spPr>
      </p:sp>
      <p:sp>
        <p:nvSpPr>
          <p:cNvPr id="271" name="Shape 201"/>
          <p:cNvSpPr/>
          <p:nvPr/>
        </p:nvSpPr>
        <p:spPr>
          <a:xfrm>
            <a:off x="3298571" y="1412494"/>
            <a:ext cx="198882" cy="164592"/>
          </a:xfrm>
          <a:prstGeom prst="rect">
            <a:avLst/>
          </a:prstGeom>
          <a:solidFill>
            <a:schemeClr val="bg1"/>
          </a:solidFill>
          <a:ln w="6350">
            <a:solidFill>
              <a:srgbClr val="666666"/>
            </a:solidFill>
            <a:prstDash val="solid"/>
          </a:ln>
        </p:spPr>
      </p:sp>
      <p:sp>
        <p:nvSpPr>
          <p:cNvPr id="272" name="Shape 202"/>
          <p:cNvSpPr/>
          <p:nvPr/>
        </p:nvSpPr>
        <p:spPr>
          <a:xfrm>
            <a:off x="3497453" y="1412494"/>
            <a:ext cx="198882" cy="164592"/>
          </a:xfrm>
          <a:prstGeom prst="rect">
            <a:avLst/>
          </a:prstGeom>
          <a:solidFill>
            <a:schemeClr val="bg1"/>
          </a:solidFill>
          <a:ln w="6350">
            <a:solidFill>
              <a:srgbClr val="666666"/>
            </a:solidFill>
            <a:prstDash val="solid"/>
          </a:ln>
        </p:spPr>
      </p:sp>
      <p:sp>
        <p:nvSpPr>
          <p:cNvPr id="273" name="Shape 203"/>
          <p:cNvSpPr/>
          <p:nvPr/>
        </p:nvSpPr>
        <p:spPr>
          <a:xfrm>
            <a:off x="3696335" y="1412494"/>
            <a:ext cx="198882" cy="164592"/>
          </a:xfrm>
          <a:prstGeom prst="rect">
            <a:avLst/>
          </a:prstGeom>
          <a:solidFill>
            <a:schemeClr val="bg1"/>
          </a:solidFill>
          <a:ln w="6350">
            <a:solidFill>
              <a:srgbClr val="666666"/>
            </a:solidFill>
            <a:prstDash val="solid"/>
          </a:ln>
        </p:spPr>
      </p:sp>
      <p:sp>
        <p:nvSpPr>
          <p:cNvPr id="274" name="Shape 204"/>
          <p:cNvSpPr/>
          <p:nvPr/>
        </p:nvSpPr>
        <p:spPr>
          <a:xfrm>
            <a:off x="3895217" y="1412494"/>
            <a:ext cx="198882" cy="164592"/>
          </a:xfrm>
          <a:prstGeom prst="rect">
            <a:avLst/>
          </a:prstGeom>
          <a:solidFill>
            <a:schemeClr val="bg1"/>
          </a:solidFill>
          <a:ln w="6350">
            <a:solidFill>
              <a:srgbClr val="666666"/>
            </a:solidFill>
            <a:prstDash val="solid"/>
          </a:ln>
        </p:spPr>
      </p:sp>
      <p:sp>
        <p:nvSpPr>
          <p:cNvPr id="275" name="Shape 205"/>
          <p:cNvSpPr/>
          <p:nvPr/>
        </p:nvSpPr>
        <p:spPr>
          <a:xfrm>
            <a:off x="4094099" y="1412494"/>
            <a:ext cx="198882" cy="164592"/>
          </a:xfrm>
          <a:prstGeom prst="rect">
            <a:avLst/>
          </a:prstGeom>
          <a:solidFill>
            <a:schemeClr val="bg1"/>
          </a:solidFill>
          <a:ln w="6350">
            <a:solidFill>
              <a:srgbClr val="666666"/>
            </a:solidFill>
            <a:prstDash val="solid"/>
          </a:ln>
        </p:spPr>
      </p:sp>
      <p:sp>
        <p:nvSpPr>
          <p:cNvPr id="276" name="Shape 206"/>
          <p:cNvSpPr/>
          <p:nvPr/>
        </p:nvSpPr>
        <p:spPr>
          <a:xfrm>
            <a:off x="4292981" y="1412494"/>
            <a:ext cx="198882" cy="164592"/>
          </a:xfrm>
          <a:prstGeom prst="rect">
            <a:avLst/>
          </a:prstGeom>
          <a:solidFill>
            <a:srgbClr val="FF0000"/>
          </a:solidFill>
          <a:ln w="6350">
            <a:solidFill>
              <a:srgbClr val="666666"/>
            </a:solidFill>
            <a:prstDash val="solid"/>
          </a:ln>
        </p:spPr>
      </p:sp>
      <p:sp>
        <p:nvSpPr>
          <p:cNvPr id="277" name="Shape 207"/>
          <p:cNvSpPr/>
          <p:nvPr/>
        </p:nvSpPr>
        <p:spPr>
          <a:xfrm>
            <a:off x="4491863" y="1412494"/>
            <a:ext cx="198882" cy="164592"/>
          </a:xfrm>
          <a:prstGeom prst="rect">
            <a:avLst/>
          </a:prstGeom>
          <a:solidFill>
            <a:srgbClr val="FF0000"/>
          </a:solidFill>
          <a:ln w="6350">
            <a:solidFill>
              <a:srgbClr val="666666"/>
            </a:solidFill>
            <a:prstDash val="solid"/>
          </a:ln>
        </p:spPr>
      </p:sp>
      <p:sp>
        <p:nvSpPr>
          <p:cNvPr id="278" name="Shape 208"/>
          <p:cNvSpPr/>
          <p:nvPr/>
        </p:nvSpPr>
        <p:spPr>
          <a:xfrm>
            <a:off x="4690745" y="1412494"/>
            <a:ext cx="198882" cy="164592"/>
          </a:xfrm>
          <a:prstGeom prst="rect">
            <a:avLst/>
          </a:prstGeom>
          <a:solidFill>
            <a:srgbClr val="FF0000"/>
          </a:solidFill>
          <a:ln w="6350">
            <a:solidFill>
              <a:srgbClr val="666666"/>
            </a:solidFill>
            <a:prstDash val="solid"/>
          </a:ln>
        </p:spPr>
      </p:sp>
      <p:sp>
        <p:nvSpPr>
          <p:cNvPr id="279" name="Shape 209"/>
          <p:cNvSpPr/>
          <p:nvPr/>
        </p:nvSpPr>
        <p:spPr>
          <a:xfrm>
            <a:off x="4889627" y="1412494"/>
            <a:ext cx="198882" cy="164592"/>
          </a:xfrm>
          <a:prstGeom prst="rect">
            <a:avLst/>
          </a:prstGeom>
          <a:solidFill>
            <a:srgbClr val="FF0000"/>
          </a:solidFill>
          <a:ln w="6350">
            <a:solidFill>
              <a:srgbClr val="666666"/>
            </a:solidFill>
            <a:prstDash val="solid"/>
          </a:ln>
        </p:spPr>
      </p:sp>
      <p:sp>
        <p:nvSpPr>
          <p:cNvPr id="280" name="Shape 210"/>
          <p:cNvSpPr/>
          <p:nvPr/>
        </p:nvSpPr>
        <p:spPr>
          <a:xfrm>
            <a:off x="5088509" y="1412494"/>
            <a:ext cx="198882" cy="164592"/>
          </a:xfrm>
          <a:prstGeom prst="rect">
            <a:avLst/>
          </a:prstGeom>
          <a:solidFill>
            <a:srgbClr val="FF0000"/>
          </a:solidFill>
          <a:ln w="6350">
            <a:solidFill>
              <a:srgbClr val="666666"/>
            </a:solidFill>
            <a:prstDash val="solid"/>
          </a:ln>
        </p:spPr>
      </p:sp>
      <p:sp>
        <p:nvSpPr>
          <p:cNvPr id="281" name="Shape 211"/>
          <p:cNvSpPr/>
          <p:nvPr/>
        </p:nvSpPr>
        <p:spPr>
          <a:xfrm>
            <a:off x="5287391" y="1412494"/>
            <a:ext cx="198882" cy="164592"/>
          </a:xfrm>
          <a:prstGeom prst="rect">
            <a:avLst/>
          </a:prstGeom>
          <a:solidFill>
            <a:srgbClr val="FF0000"/>
          </a:solidFill>
          <a:ln w="6350">
            <a:solidFill>
              <a:srgbClr val="666666"/>
            </a:solidFill>
            <a:prstDash val="solid"/>
          </a:ln>
        </p:spPr>
      </p:sp>
      <p:sp>
        <p:nvSpPr>
          <p:cNvPr id="282" name="Shape 212"/>
          <p:cNvSpPr/>
          <p:nvPr/>
        </p:nvSpPr>
        <p:spPr>
          <a:xfrm>
            <a:off x="5486273" y="1412494"/>
            <a:ext cx="198882" cy="164592"/>
          </a:xfrm>
          <a:prstGeom prst="rect">
            <a:avLst/>
          </a:prstGeom>
          <a:solidFill>
            <a:srgbClr val="FF0000"/>
          </a:solidFill>
          <a:ln w="6350">
            <a:solidFill>
              <a:srgbClr val="666666"/>
            </a:solidFill>
            <a:prstDash val="solid"/>
          </a:ln>
        </p:spPr>
      </p:sp>
      <p:sp>
        <p:nvSpPr>
          <p:cNvPr id="283" name="Shape 213"/>
          <p:cNvSpPr/>
          <p:nvPr/>
        </p:nvSpPr>
        <p:spPr>
          <a:xfrm>
            <a:off x="5685155" y="1412494"/>
            <a:ext cx="198882" cy="164592"/>
          </a:xfrm>
          <a:prstGeom prst="rect">
            <a:avLst/>
          </a:prstGeom>
          <a:solidFill>
            <a:srgbClr val="FF0000"/>
          </a:solidFill>
          <a:ln w="6350">
            <a:solidFill>
              <a:srgbClr val="666666"/>
            </a:solidFill>
            <a:prstDash val="solid"/>
          </a:ln>
        </p:spPr>
      </p:sp>
      <p:sp>
        <p:nvSpPr>
          <p:cNvPr id="284" name="Shape 214"/>
          <p:cNvSpPr/>
          <p:nvPr/>
        </p:nvSpPr>
        <p:spPr>
          <a:xfrm>
            <a:off x="5884037" y="1412494"/>
            <a:ext cx="198882" cy="164592"/>
          </a:xfrm>
          <a:prstGeom prst="rect">
            <a:avLst/>
          </a:prstGeom>
          <a:solidFill>
            <a:srgbClr val="FF0000"/>
          </a:solidFill>
          <a:ln w="6350">
            <a:solidFill>
              <a:srgbClr val="666666"/>
            </a:solidFill>
            <a:prstDash val="solid"/>
          </a:ln>
        </p:spPr>
      </p:sp>
      <p:sp>
        <p:nvSpPr>
          <p:cNvPr id="285" name="Shape 215"/>
          <p:cNvSpPr/>
          <p:nvPr/>
        </p:nvSpPr>
        <p:spPr>
          <a:xfrm>
            <a:off x="6082919" y="1412494"/>
            <a:ext cx="198882" cy="164592"/>
          </a:xfrm>
          <a:prstGeom prst="rect">
            <a:avLst/>
          </a:prstGeom>
          <a:solidFill>
            <a:srgbClr val="FF0000"/>
          </a:solidFill>
          <a:ln w="6350">
            <a:solidFill>
              <a:srgbClr val="666666"/>
            </a:solidFill>
            <a:prstDash val="solid"/>
          </a:ln>
        </p:spPr>
      </p:sp>
      <p:sp>
        <p:nvSpPr>
          <p:cNvPr id="286" name="Shape 216"/>
          <p:cNvSpPr/>
          <p:nvPr/>
        </p:nvSpPr>
        <p:spPr>
          <a:xfrm>
            <a:off x="6281801" y="1412494"/>
            <a:ext cx="198882" cy="164592"/>
          </a:xfrm>
          <a:prstGeom prst="rect">
            <a:avLst/>
          </a:prstGeom>
          <a:solidFill>
            <a:srgbClr val="FF0000"/>
          </a:solidFill>
          <a:ln w="6350">
            <a:solidFill>
              <a:srgbClr val="666666"/>
            </a:solidFill>
            <a:prstDash val="solid"/>
          </a:ln>
        </p:spPr>
      </p:sp>
      <p:sp>
        <p:nvSpPr>
          <p:cNvPr id="287" name="Shape 217"/>
          <p:cNvSpPr/>
          <p:nvPr/>
        </p:nvSpPr>
        <p:spPr>
          <a:xfrm>
            <a:off x="6480683" y="1412494"/>
            <a:ext cx="198882" cy="164592"/>
          </a:xfrm>
          <a:prstGeom prst="rect">
            <a:avLst/>
          </a:prstGeom>
          <a:solidFill>
            <a:srgbClr val="FF0000"/>
          </a:solidFill>
          <a:ln w="6350">
            <a:solidFill>
              <a:srgbClr val="666666"/>
            </a:solidFill>
            <a:prstDash val="solid"/>
          </a:ln>
        </p:spPr>
      </p:sp>
      <p:sp>
        <p:nvSpPr>
          <p:cNvPr id="288" name="Shape 218"/>
          <p:cNvSpPr/>
          <p:nvPr/>
        </p:nvSpPr>
        <p:spPr>
          <a:xfrm>
            <a:off x="6679565" y="1412494"/>
            <a:ext cx="198882" cy="164592"/>
          </a:xfrm>
          <a:prstGeom prst="rect">
            <a:avLst/>
          </a:prstGeom>
          <a:solidFill>
            <a:srgbClr val="FF0000"/>
          </a:solidFill>
          <a:ln w="6350">
            <a:solidFill>
              <a:srgbClr val="666666"/>
            </a:solidFill>
            <a:prstDash val="solid"/>
          </a:ln>
        </p:spPr>
      </p:sp>
      <p:sp>
        <p:nvSpPr>
          <p:cNvPr id="289" name="Shape 219"/>
          <p:cNvSpPr/>
          <p:nvPr/>
        </p:nvSpPr>
        <p:spPr>
          <a:xfrm>
            <a:off x="6878447" y="1412494"/>
            <a:ext cx="198882" cy="164592"/>
          </a:xfrm>
          <a:prstGeom prst="rect">
            <a:avLst/>
          </a:prstGeom>
          <a:solidFill>
            <a:srgbClr val="FF0000"/>
          </a:solidFill>
          <a:ln w="6350">
            <a:solidFill>
              <a:srgbClr val="666666"/>
            </a:solidFill>
            <a:prstDash val="solid"/>
          </a:ln>
        </p:spPr>
      </p:sp>
      <p:sp>
        <p:nvSpPr>
          <p:cNvPr id="290" name="Shape 220"/>
          <p:cNvSpPr/>
          <p:nvPr/>
        </p:nvSpPr>
        <p:spPr>
          <a:xfrm>
            <a:off x="7077329" y="1412494"/>
            <a:ext cx="198882" cy="164592"/>
          </a:xfrm>
          <a:prstGeom prst="rect">
            <a:avLst/>
          </a:prstGeom>
          <a:solidFill>
            <a:srgbClr val="FF0000"/>
          </a:solidFill>
          <a:ln w="6350">
            <a:solidFill>
              <a:srgbClr val="666666"/>
            </a:solidFill>
            <a:prstDash val="solid"/>
          </a:ln>
        </p:spPr>
      </p:sp>
      <p:sp>
        <p:nvSpPr>
          <p:cNvPr id="291" name="Shape 221"/>
          <p:cNvSpPr/>
          <p:nvPr/>
        </p:nvSpPr>
        <p:spPr>
          <a:xfrm>
            <a:off x="7276211" y="1412494"/>
            <a:ext cx="198882" cy="164592"/>
          </a:xfrm>
          <a:prstGeom prst="rect">
            <a:avLst/>
          </a:prstGeom>
          <a:solidFill>
            <a:schemeClr val="bg1"/>
          </a:solidFill>
          <a:ln w="6350">
            <a:solidFill>
              <a:srgbClr val="666666"/>
            </a:solidFill>
            <a:prstDash val="solid"/>
          </a:ln>
        </p:spPr>
      </p:sp>
      <p:sp>
        <p:nvSpPr>
          <p:cNvPr id="292" name="Shape 222"/>
          <p:cNvSpPr/>
          <p:nvPr/>
        </p:nvSpPr>
        <p:spPr>
          <a:xfrm>
            <a:off x="7475093" y="1412494"/>
            <a:ext cx="198882" cy="164592"/>
          </a:xfrm>
          <a:prstGeom prst="rect">
            <a:avLst/>
          </a:prstGeom>
          <a:solidFill>
            <a:schemeClr val="bg1"/>
          </a:solidFill>
          <a:ln w="6350">
            <a:solidFill>
              <a:srgbClr val="666666"/>
            </a:solidFill>
            <a:prstDash val="solid"/>
          </a:ln>
        </p:spPr>
      </p:sp>
      <p:sp>
        <p:nvSpPr>
          <p:cNvPr id="293" name="Shape 223"/>
          <p:cNvSpPr/>
          <p:nvPr/>
        </p:nvSpPr>
        <p:spPr>
          <a:xfrm>
            <a:off x="7673975" y="1412494"/>
            <a:ext cx="198882" cy="164592"/>
          </a:xfrm>
          <a:prstGeom prst="rect">
            <a:avLst/>
          </a:prstGeom>
          <a:solidFill>
            <a:schemeClr val="bg1"/>
          </a:solidFill>
          <a:ln w="6350">
            <a:solidFill>
              <a:srgbClr val="666666"/>
            </a:solidFill>
            <a:prstDash val="solid"/>
          </a:ln>
        </p:spPr>
      </p:sp>
      <p:sp>
        <p:nvSpPr>
          <p:cNvPr id="294" name="Shape 224"/>
          <p:cNvSpPr/>
          <p:nvPr/>
        </p:nvSpPr>
        <p:spPr>
          <a:xfrm>
            <a:off x="7872857" y="1412494"/>
            <a:ext cx="198882" cy="164592"/>
          </a:xfrm>
          <a:prstGeom prst="rect">
            <a:avLst/>
          </a:prstGeom>
          <a:solidFill>
            <a:schemeClr val="bg1"/>
          </a:solidFill>
          <a:ln w="6350">
            <a:solidFill>
              <a:srgbClr val="666666"/>
            </a:solidFill>
            <a:prstDash val="solid"/>
          </a:ln>
        </p:spPr>
      </p:sp>
      <p:sp>
        <p:nvSpPr>
          <p:cNvPr id="295" name="Shape 225"/>
          <p:cNvSpPr/>
          <p:nvPr/>
        </p:nvSpPr>
        <p:spPr>
          <a:xfrm>
            <a:off x="8071739" y="1412494"/>
            <a:ext cx="198882" cy="164592"/>
          </a:xfrm>
          <a:prstGeom prst="rect">
            <a:avLst/>
          </a:prstGeom>
          <a:solidFill>
            <a:schemeClr val="bg1"/>
          </a:solidFill>
          <a:ln w="6350">
            <a:solidFill>
              <a:srgbClr val="666666"/>
            </a:solidFill>
            <a:prstDash val="solid"/>
          </a:ln>
        </p:spPr>
      </p:sp>
      <p:sp>
        <p:nvSpPr>
          <p:cNvPr id="296" name="Shape 226"/>
          <p:cNvSpPr/>
          <p:nvPr/>
        </p:nvSpPr>
        <p:spPr>
          <a:xfrm>
            <a:off x="8270621" y="1412494"/>
            <a:ext cx="198882" cy="164592"/>
          </a:xfrm>
          <a:prstGeom prst="rect">
            <a:avLst/>
          </a:prstGeom>
          <a:solidFill>
            <a:schemeClr val="bg1"/>
          </a:solidFill>
          <a:ln w="6350">
            <a:solidFill>
              <a:srgbClr val="666666"/>
            </a:solidFill>
            <a:prstDash val="solid"/>
          </a:ln>
        </p:spPr>
      </p:sp>
      <p:sp>
        <p:nvSpPr>
          <p:cNvPr id="297" name="Shape 227"/>
          <p:cNvSpPr/>
          <p:nvPr/>
        </p:nvSpPr>
        <p:spPr>
          <a:xfrm>
            <a:off x="8469503" y="1412494"/>
            <a:ext cx="198882" cy="164592"/>
          </a:xfrm>
          <a:prstGeom prst="rect">
            <a:avLst/>
          </a:prstGeom>
          <a:solidFill>
            <a:schemeClr val="bg1"/>
          </a:solidFill>
          <a:ln w="6350">
            <a:solidFill>
              <a:srgbClr val="666666"/>
            </a:solidFill>
            <a:prstDash val="solid"/>
          </a:ln>
        </p:spPr>
      </p:sp>
      <p:sp>
        <p:nvSpPr>
          <p:cNvPr id="298" name="Shape 232"/>
          <p:cNvSpPr/>
          <p:nvPr/>
        </p:nvSpPr>
        <p:spPr>
          <a:xfrm>
            <a:off x="1508633" y="1577086"/>
            <a:ext cx="198882" cy="164592"/>
          </a:xfrm>
          <a:prstGeom prst="rect">
            <a:avLst/>
          </a:prstGeom>
          <a:noFill/>
          <a:ln w="6350">
            <a:solidFill>
              <a:srgbClr val="666666"/>
            </a:solidFill>
            <a:prstDash val="solid"/>
          </a:ln>
          <a:extLst>
            <a:ext uri="{909E8E84-426E-40DD-AFC4-6F175D3DCCD1}">
              <a14:hiddenFill xmlns:a14="http://schemas.microsoft.com/office/drawing/2010/main">
                <a:solidFill>
                  <a:srgbClr val="375623"/>
                </a:solidFill>
              </a14:hiddenFill>
            </a:ext>
          </a:extLst>
        </p:spPr>
      </p:sp>
      <p:sp>
        <p:nvSpPr>
          <p:cNvPr id="299" name="Shape 233"/>
          <p:cNvSpPr/>
          <p:nvPr/>
        </p:nvSpPr>
        <p:spPr>
          <a:xfrm>
            <a:off x="1707515" y="1577086"/>
            <a:ext cx="198882" cy="164592"/>
          </a:xfrm>
          <a:prstGeom prst="rect">
            <a:avLst/>
          </a:prstGeom>
          <a:solidFill>
            <a:schemeClr val="bg1"/>
          </a:solidFill>
          <a:ln w="6350">
            <a:solidFill>
              <a:srgbClr val="666666"/>
            </a:solidFill>
            <a:prstDash val="solid"/>
          </a:ln>
          <a:extLst/>
        </p:spPr>
      </p:sp>
      <p:sp>
        <p:nvSpPr>
          <p:cNvPr id="300" name="Shape 234"/>
          <p:cNvSpPr/>
          <p:nvPr/>
        </p:nvSpPr>
        <p:spPr>
          <a:xfrm>
            <a:off x="1906397" y="1577086"/>
            <a:ext cx="198882" cy="164592"/>
          </a:xfrm>
          <a:prstGeom prst="rect">
            <a:avLst/>
          </a:prstGeom>
          <a:solidFill>
            <a:schemeClr val="bg1"/>
          </a:solidFill>
          <a:ln w="6350">
            <a:solidFill>
              <a:srgbClr val="666666"/>
            </a:solidFill>
            <a:prstDash val="solid"/>
          </a:ln>
          <a:extLst/>
        </p:spPr>
      </p:sp>
      <p:sp>
        <p:nvSpPr>
          <p:cNvPr id="301" name="Shape 235"/>
          <p:cNvSpPr/>
          <p:nvPr/>
        </p:nvSpPr>
        <p:spPr>
          <a:xfrm>
            <a:off x="2105279" y="1577086"/>
            <a:ext cx="198882" cy="164592"/>
          </a:xfrm>
          <a:prstGeom prst="rect">
            <a:avLst/>
          </a:prstGeom>
          <a:solidFill>
            <a:schemeClr val="bg1"/>
          </a:solidFill>
          <a:ln w="6350">
            <a:solidFill>
              <a:srgbClr val="666666"/>
            </a:solidFill>
            <a:prstDash val="solid"/>
          </a:ln>
          <a:extLst/>
        </p:spPr>
      </p:sp>
      <p:sp>
        <p:nvSpPr>
          <p:cNvPr id="302" name="Shape 236"/>
          <p:cNvSpPr/>
          <p:nvPr/>
        </p:nvSpPr>
        <p:spPr>
          <a:xfrm>
            <a:off x="2304161" y="1577086"/>
            <a:ext cx="198882" cy="164592"/>
          </a:xfrm>
          <a:prstGeom prst="rect">
            <a:avLst/>
          </a:prstGeom>
          <a:solidFill>
            <a:schemeClr val="bg1"/>
          </a:solidFill>
          <a:ln w="6350">
            <a:solidFill>
              <a:srgbClr val="666666"/>
            </a:solidFill>
            <a:prstDash val="solid"/>
          </a:ln>
        </p:spPr>
      </p:sp>
      <p:sp>
        <p:nvSpPr>
          <p:cNvPr id="303" name="Shape 237"/>
          <p:cNvSpPr/>
          <p:nvPr/>
        </p:nvSpPr>
        <p:spPr>
          <a:xfrm>
            <a:off x="2503043" y="1577086"/>
            <a:ext cx="198882" cy="164592"/>
          </a:xfrm>
          <a:prstGeom prst="rect">
            <a:avLst/>
          </a:prstGeom>
          <a:solidFill>
            <a:schemeClr val="bg1"/>
          </a:solidFill>
          <a:ln w="6350">
            <a:solidFill>
              <a:srgbClr val="666666"/>
            </a:solidFill>
            <a:prstDash val="solid"/>
          </a:ln>
        </p:spPr>
      </p:sp>
      <p:sp>
        <p:nvSpPr>
          <p:cNvPr id="304" name="Shape 238"/>
          <p:cNvSpPr/>
          <p:nvPr/>
        </p:nvSpPr>
        <p:spPr>
          <a:xfrm>
            <a:off x="2701925" y="1577086"/>
            <a:ext cx="198882" cy="164592"/>
          </a:xfrm>
          <a:prstGeom prst="rect">
            <a:avLst/>
          </a:prstGeom>
          <a:solidFill>
            <a:schemeClr val="bg1"/>
          </a:solidFill>
          <a:ln w="6350">
            <a:solidFill>
              <a:srgbClr val="666666"/>
            </a:solidFill>
            <a:prstDash val="solid"/>
          </a:ln>
        </p:spPr>
      </p:sp>
      <p:sp>
        <p:nvSpPr>
          <p:cNvPr id="305" name="Shape 239"/>
          <p:cNvSpPr/>
          <p:nvPr/>
        </p:nvSpPr>
        <p:spPr>
          <a:xfrm>
            <a:off x="2900807" y="1577086"/>
            <a:ext cx="198882" cy="164592"/>
          </a:xfrm>
          <a:prstGeom prst="rect">
            <a:avLst/>
          </a:prstGeom>
          <a:solidFill>
            <a:schemeClr val="bg1"/>
          </a:solidFill>
          <a:ln w="6350">
            <a:solidFill>
              <a:srgbClr val="666666"/>
            </a:solidFill>
            <a:prstDash val="solid"/>
          </a:ln>
        </p:spPr>
      </p:sp>
      <p:sp>
        <p:nvSpPr>
          <p:cNvPr id="306" name="Shape 240"/>
          <p:cNvSpPr/>
          <p:nvPr/>
        </p:nvSpPr>
        <p:spPr>
          <a:xfrm>
            <a:off x="3099689" y="1577086"/>
            <a:ext cx="198882" cy="164592"/>
          </a:xfrm>
          <a:prstGeom prst="rect">
            <a:avLst/>
          </a:prstGeom>
          <a:solidFill>
            <a:schemeClr val="bg1"/>
          </a:solidFill>
          <a:ln w="6350">
            <a:solidFill>
              <a:srgbClr val="666666"/>
            </a:solidFill>
            <a:prstDash val="solid"/>
          </a:ln>
        </p:spPr>
      </p:sp>
      <p:sp>
        <p:nvSpPr>
          <p:cNvPr id="307" name="Shape 241"/>
          <p:cNvSpPr/>
          <p:nvPr/>
        </p:nvSpPr>
        <p:spPr>
          <a:xfrm>
            <a:off x="3298571" y="1577086"/>
            <a:ext cx="198882" cy="164592"/>
          </a:xfrm>
          <a:prstGeom prst="rect">
            <a:avLst/>
          </a:prstGeom>
          <a:solidFill>
            <a:schemeClr val="bg1"/>
          </a:solidFill>
          <a:ln w="6350">
            <a:solidFill>
              <a:srgbClr val="666666"/>
            </a:solidFill>
            <a:prstDash val="solid"/>
          </a:ln>
        </p:spPr>
      </p:sp>
      <p:sp>
        <p:nvSpPr>
          <p:cNvPr id="308" name="Shape 242"/>
          <p:cNvSpPr/>
          <p:nvPr/>
        </p:nvSpPr>
        <p:spPr>
          <a:xfrm>
            <a:off x="3497453" y="1577086"/>
            <a:ext cx="198882" cy="164592"/>
          </a:xfrm>
          <a:prstGeom prst="rect">
            <a:avLst/>
          </a:prstGeom>
          <a:solidFill>
            <a:schemeClr val="bg1"/>
          </a:solidFill>
          <a:ln w="6350">
            <a:solidFill>
              <a:srgbClr val="666666"/>
            </a:solidFill>
            <a:prstDash val="solid"/>
          </a:ln>
        </p:spPr>
      </p:sp>
      <p:sp>
        <p:nvSpPr>
          <p:cNvPr id="309" name="Shape 243"/>
          <p:cNvSpPr/>
          <p:nvPr/>
        </p:nvSpPr>
        <p:spPr>
          <a:xfrm>
            <a:off x="3696335" y="1577086"/>
            <a:ext cx="198882" cy="164592"/>
          </a:xfrm>
          <a:prstGeom prst="rect">
            <a:avLst/>
          </a:prstGeom>
          <a:solidFill>
            <a:schemeClr val="bg1"/>
          </a:solidFill>
          <a:ln w="6350">
            <a:solidFill>
              <a:srgbClr val="666666"/>
            </a:solidFill>
            <a:prstDash val="solid"/>
          </a:ln>
        </p:spPr>
      </p:sp>
      <p:sp>
        <p:nvSpPr>
          <p:cNvPr id="310" name="Shape 244"/>
          <p:cNvSpPr/>
          <p:nvPr/>
        </p:nvSpPr>
        <p:spPr>
          <a:xfrm>
            <a:off x="3895217" y="1577086"/>
            <a:ext cx="198882" cy="164592"/>
          </a:xfrm>
          <a:prstGeom prst="rect">
            <a:avLst/>
          </a:prstGeom>
          <a:solidFill>
            <a:schemeClr val="bg1"/>
          </a:solidFill>
          <a:ln w="6350">
            <a:solidFill>
              <a:srgbClr val="666666"/>
            </a:solidFill>
            <a:prstDash val="solid"/>
          </a:ln>
        </p:spPr>
      </p:sp>
      <p:sp>
        <p:nvSpPr>
          <p:cNvPr id="311" name="Shape 245"/>
          <p:cNvSpPr/>
          <p:nvPr/>
        </p:nvSpPr>
        <p:spPr>
          <a:xfrm>
            <a:off x="4094099" y="1577086"/>
            <a:ext cx="198882" cy="164592"/>
          </a:xfrm>
          <a:prstGeom prst="rect">
            <a:avLst/>
          </a:prstGeom>
          <a:solidFill>
            <a:schemeClr val="bg1"/>
          </a:solidFill>
          <a:ln w="6350">
            <a:solidFill>
              <a:srgbClr val="666666"/>
            </a:solidFill>
            <a:prstDash val="solid"/>
          </a:ln>
        </p:spPr>
      </p:sp>
      <p:sp>
        <p:nvSpPr>
          <p:cNvPr id="312" name="Shape 246"/>
          <p:cNvSpPr/>
          <p:nvPr/>
        </p:nvSpPr>
        <p:spPr>
          <a:xfrm>
            <a:off x="4292981" y="1577086"/>
            <a:ext cx="198882" cy="164592"/>
          </a:xfrm>
          <a:prstGeom prst="rect">
            <a:avLst/>
          </a:prstGeom>
          <a:solidFill>
            <a:srgbClr val="00B050"/>
          </a:solidFill>
          <a:ln w="6350">
            <a:solidFill>
              <a:srgbClr val="666666"/>
            </a:solidFill>
            <a:prstDash val="solid"/>
          </a:ln>
        </p:spPr>
      </p:sp>
      <p:sp>
        <p:nvSpPr>
          <p:cNvPr id="313" name="Shape 247"/>
          <p:cNvSpPr/>
          <p:nvPr/>
        </p:nvSpPr>
        <p:spPr>
          <a:xfrm>
            <a:off x="4491863" y="1577086"/>
            <a:ext cx="198882" cy="164592"/>
          </a:xfrm>
          <a:prstGeom prst="rect">
            <a:avLst/>
          </a:prstGeom>
          <a:solidFill>
            <a:srgbClr val="00B050"/>
          </a:solidFill>
          <a:ln w="6350">
            <a:solidFill>
              <a:srgbClr val="666666"/>
            </a:solidFill>
            <a:prstDash val="solid"/>
          </a:ln>
        </p:spPr>
      </p:sp>
      <p:sp>
        <p:nvSpPr>
          <p:cNvPr id="314" name="Shape 248"/>
          <p:cNvSpPr/>
          <p:nvPr/>
        </p:nvSpPr>
        <p:spPr>
          <a:xfrm>
            <a:off x="4690745" y="1577086"/>
            <a:ext cx="198882" cy="164592"/>
          </a:xfrm>
          <a:prstGeom prst="rect">
            <a:avLst/>
          </a:prstGeom>
          <a:solidFill>
            <a:srgbClr val="00B050"/>
          </a:solidFill>
          <a:ln w="6350">
            <a:solidFill>
              <a:srgbClr val="666666"/>
            </a:solidFill>
            <a:prstDash val="solid"/>
          </a:ln>
        </p:spPr>
      </p:sp>
      <p:sp>
        <p:nvSpPr>
          <p:cNvPr id="315" name="Shape 249"/>
          <p:cNvSpPr/>
          <p:nvPr/>
        </p:nvSpPr>
        <p:spPr>
          <a:xfrm>
            <a:off x="4889627" y="1577086"/>
            <a:ext cx="198882" cy="164592"/>
          </a:xfrm>
          <a:prstGeom prst="rect">
            <a:avLst/>
          </a:prstGeom>
          <a:solidFill>
            <a:srgbClr val="00B050"/>
          </a:solidFill>
          <a:ln w="6350">
            <a:solidFill>
              <a:srgbClr val="666666"/>
            </a:solidFill>
            <a:prstDash val="solid"/>
          </a:ln>
        </p:spPr>
      </p:sp>
      <p:sp>
        <p:nvSpPr>
          <p:cNvPr id="316" name="Shape 250"/>
          <p:cNvSpPr/>
          <p:nvPr/>
        </p:nvSpPr>
        <p:spPr>
          <a:xfrm>
            <a:off x="5088509" y="1577086"/>
            <a:ext cx="198882" cy="164592"/>
          </a:xfrm>
          <a:prstGeom prst="rect">
            <a:avLst/>
          </a:prstGeom>
          <a:solidFill>
            <a:srgbClr val="00B050"/>
          </a:solidFill>
          <a:ln w="6350">
            <a:solidFill>
              <a:srgbClr val="666666"/>
            </a:solidFill>
            <a:prstDash val="solid"/>
          </a:ln>
        </p:spPr>
      </p:sp>
      <p:sp>
        <p:nvSpPr>
          <p:cNvPr id="317" name="Shape 251"/>
          <p:cNvSpPr/>
          <p:nvPr/>
        </p:nvSpPr>
        <p:spPr>
          <a:xfrm>
            <a:off x="5287391" y="1577086"/>
            <a:ext cx="198882" cy="164592"/>
          </a:xfrm>
          <a:prstGeom prst="rect">
            <a:avLst/>
          </a:prstGeom>
          <a:solidFill>
            <a:srgbClr val="00B050"/>
          </a:solidFill>
          <a:ln w="6350">
            <a:solidFill>
              <a:srgbClr val="666666"/>
            </a:solidFill>
            <a:prstDash val="solid"/>
          </a:ln>
        </p:spPr>
      </p:sp>
      <p:sp>
        <p:nvSpPr>
          <p:cNvPr id="318" name="Shape 252"/>
          <p:cNvSpPr/>
          <p:nvPr/>
        </p:nvSpPr>
        <p:spPr>
          <a:xfrm>
            <a:off x="5486273" y="1577086"/>
            <a:ext cx="198882" cy="164592"/>
          </a:xfrm>
          <a:prstGeom prst="rect">
            <a:avLst/>
          </a:prstGeom>
          <a:solidFill>
            <a:schemeClr val="bg1"/>
          </a:solidFill>
          <a:ln w="6350">
            <a:solidFill>
              <a:srgbClr val="666666"/>
            </a:solidFill>
            <a:prstDash val="solid"/>
          </a:ln>
        </p:spPr>
      </p:sp>
      <p:sp>
        <p:nvSpPr>
          <p:cNvPr id="319" name="Shape 253"/>
          <p:cNvSpPr/>
          <p:nvPr/>
        </p:nvSpPr>
        <p:spPr>
          <a:xfrm>
            <a:off x="5685155" y="1577086"/>
            <a:ext cx="198882" cy="164592"/>
          </a:xfrm>
          <a:prstGeom prst="rect">
            <a:avLst/>
          </a:prstGeom>
          <a:solidFill>
            <a:schemeClr val="bg1"/>
          </a:solidFill>
          <a:ln w="6350">
            <a:solidFill>
              <a:srgbClr val="666666"/>
            </a:solidFill>
            <a:prstDash val="solid"/>
          </a:ln>
        </p:spPr>
      </p:sp>
      <p:sp>
        <p:nvSpPr>
          <p:cNvPr id="320" name="Shape 254"/>
          <p:cNvSpPr/>
          <p:nvPr/>
        </p:nvSpPr>
        <p:spPr>
          <a:xfrm>
            <a:off x="5884037" y="1577086"/>
            <a:ext cx="198882" cy="164592"/>
          </a:xfrm>
          <a:prstGeom prst="rect">
            <a:avLst/>
          </a:prstGeom>
          <a:solidFill>
            <a:schemeClr val="bg1"/>
          </a:solidFill>
          <a:ln w="6350">
            <a:solidFill>
              <a:srgbClr val="666666"/>
            </a:solidFill>
            <a:prstDash val="solid"/>
          </a:ln>
        </p:spPr>
      </p:sp>
      <p:sp>
        <p:nvSpPr>
          <p:cNvPr id="321" name="Shape 255"/>
          <p:cNvSpPr/>
          <p:nvPr/>
        </p:nvSpPr>
        <p:spPr>
          <a:xfrm>
            <a:off x="6082919" y="1577086"/>
            <a:ext cx="198882" cy="164592"/>
          </a:xfrm>
          <a:prstGeom prst="rect">
            <a:avLst/>
          </a:prstGeom>
          <a:solidFill>
            <a:schemeClr val="bg1"/>
          </a:solidFill>
          <a:ln w="6350">
            <a:solidFill>
              <a:srgbClr val="666666"/>
            </a:solidFill>
            <a:prstDash val="solid"/>
          </a:ln>
        </p:spPr>
      </p:sp>
      <p:sp>
        <p:nvSpPr>
          <p:cNvPr id="322" name="Shape 256"/>
          <p:cNvSpPr/>
          <p:nvPr/>
        </p:nvSpPr>
        <p:spPr>
          <a:xfrm>
            <a:off x="6281801" y="1577086"/>
            <a:ext cx="198882" cy="164592"/>
          </a:xfrm>
          <a:prstGeom prst="rect">
            <a:avLst/>
          </a:prstGeom>
          <a:solidFill>
            <a:schemeClr val="bg1"/>
          </a:solidFill>
          <a:ln w="6350">
            <a:solidFill>
              <a:srgbClr val="666666"/>
            </a:solidFill>
            <a:prstDash val="solid"/>
          </a:ln>
        </p:spPr>
      </p:sp>
      <p:sp>
        <p:nvSpPr>
          <p:cNvPr id="323" name="Shape 257"/>
          <p:cNvSpPr/>
          <p:nvPr/>
        </p:nvSpPr>
        <p:spPr>
          <a:xfrm>
            <a:off x="6480683" y="1577086"/>
            <a:ext cx="198882" cy="164592"/>
          </a:xfrm>
          <a:prstGeom prst="rect">
            <a:avLst/>
          </a:prstGeom>
          <a:solidFill>
            <a:schemeClr val="bg1"/>
          </a:solidFill>
          <a:ln w="6350">
            <a:solidFill>
              <a:srgbClr val="666666"/>
            </a:solidFill>
            <a:prstDash val="solid"/>
          </a:ln>
        </p:spPr>
      </p:sp>
      <p:sp>
        <p:nvSpPr>
          <p:cNvPr id="324" name="Shape 258"/>
          <p:cNvSpPr/>
          <p:nvPr/>
        </p:nvSpPr>
        <p:spPr>
          <a:xfrm>
            <a:off x="6679565" y="1577086"/>
            <a:ext cx="198882" cy="164592"/>
          </a:xfrm>
          <a:prstGeom prst="rect">
            <a:avLst/>
          </a:prstGeom>
          <a:solidFill>
            <a:schemeClr val="bg1"/>
          </a:solidFill>
          <a:ln w="6350">
            <a:solidFill>
              <a:srgbClr val="666666"/>
            </a:solidFill>
            <a:prstDash val="solid"/>
          </a:ln>
        </p:spPr>
      </p:sp>
      <p:sp>
        <p:nvSpPr>
          <p:cNvPr id="325" name="Shape 259"/>
          <p:cNvSpPr/>
          <p:nvPr/>
        </p:nvSpPr>
        <p:spPr>
          <a:xfrm>
            <a:off x="6878447" y="1577086"/>
            <a:ext cx="198882" cy="164592"/>
          </a:xfrm>
          <a:prstGeom prst="rect">
            <a:avLst/>
          </a:prstGeom>
          <a:solidFill>
            <a:schemeClr val="bg1"/>
          </a:solidFill>
          <a:ln w="6350">
            <a:solidFill>
              <a:srgbClr val="666666"/>
            </a:solidFill>
            <a:prstDash val="solid"/>
          </a:ln>
        </p:spPr>
      </p:sp>
      <p:sp>
        <p:nvSpPr>
          <p:cNvPr id="326" name="Shape 260"/>
          <p:cNvSpPr/>
          <p:nvPr/>
        </p:nvSpPr>
        <p:spPr>
          <a:xfrm>
            <a:off x="7077329" y="1577086"/>
            <a:ext cx="198882" cy="164592"/>
          </a:xfrm>
          <a:prstGeom prst="rect">
            <a:avLst/>
          </a:prstGeom>
          <a:solidFill>
            <a:schemeClr val="bg1"/>
          </a:solidFill>
          <a:ln w="6350">
            <a:solidFill>
              <a:srgbClr val="666666"/>
            </a:solidFill>
            <a:prstDash val="solid"/>
          </a:ln>
        </p:spPr>
      </p:sp>
      <p:sp>
        <p:nvSpPr>
          <p:cNvPr id="327" name="Shape 261"/>
          <p:cNvSpPr/>
          <p:nvPr/>
        </p:nvSpPr>
        <p:spPr>
          <a:xfrm>
            <a:off x="7276211" y="1577086"/>
            <a:ext cx="198882" cy="164592"/>
          </a:xfrm>
          <a:prstGeom prst="rect">
            <a:avLst/>
          </a:prstGeom>
          <a:solidFill>
            <a:schemeClr val="bg1"/>
          </a:solidFill>
          <a:ln w="6350">
            <a:solidFill>
              <a:srgbClr val="666666"/>
            </a:solidFill>
            <a:prstDash val="solid"/>
          </a:ln>
        </p:spPr>
      </p:sp>
      <p:sp>
        <p:nvSpPr>
          <p:cNvPr id="328" name="Shape 262"/>
          <p:cNvSpPr/>
          <p:nvPr/>
        </p:nvSpPr>
        <p:spPr>
          <a:xfrm>
            <a:off x="7475093" y="1577086"/>
            <a:ext cx="198882" cy="164592"/>
          </a:xfrm>
          <a:prstGeom prst="rect">
            <a:avLst/>
          </a:prstGeom>
          <a:solidFill>
            <a:schemeClr val="bg1"/>
          </a:solidFill>
          <a:ln w="6350">
            <a:solidFill>
              <a:srgbClr val="666666"/>
            </a:solidFill>
            <a:prstDash val="solid"/>
          </a:ln>
        </p:spPr>
      </p:sp>
      <p:sp>
        <p:nvSpPr>
          <p:cNvPr id="329" name="Shape 263"/>
          <p:cNvSpPr/>
          <p:nvPr/>
        </p:nvSpPr>
        <p:spPr>
          <a:xfrm>
            <a:off x="7673975" y="1577086"/>
            <a:ext cx="198882" cy="164592"/>
          </a:xfrm>
          <a:prstGeom prst="rect">
            <a:avLst/>
          </a:prstGeom>
          <a:solidFill>
            <a:schemeClr val="bg1"/>
          </a:solidFill>
          <a:ln w="6350">
            <a:solidFill>
              <a:srgbClr val="666666"/>
            </a:solidFill>
            <a:prstDash val="solid"/>
          </a:ln>
        </p:spPr>
      </p:sp>
      <p:sp>
        <p:nvSpPr>
          <p:cNvPr id="330" name="Shape 264"/>
          <p:cNvSpPr/>
          <p:nvPr/>
        </p:nvSpPr>
        <p:spPr>
          <a:xfrm>
            <a:off x="7872857" y="1577086"/>
            <a:ext cx="198882" cy="164592"/>
          </a:xfrm>
          <a:prstGeom prst="rect">
            <a:avLst/>
          </a:prstGeom>
          <a:solidFill>
            <a:schemeClr val="bg1"/>
          </a:solidFill>
          <a:ln w="6350">
            <a:solidFill>
              <a:srgbClr val="666666"/>
            </a:solidFill>
            <a:prstDash val="solid"/>
          </a:ln>
        </p:spPr>
      </p:sp>
      <p:sp>
        <p:nvSpPr>
          <p:cNvPr id="331" name="Shape 265"/>
          <p:cNvSpPr/>
          <p:nvPr/>
        </p:nvSpPr>
        <p:spPr>
          <a:xfrm>
            <a:off x="8071739" y="1577086"/>
            <a:ext cx="198882" cy="164592"/>
          </a:xfrm>
          <a:prstGeom prst="rect">
            <a:avLst/>
          </a:prstGeom>
          <a:solidFill>
            <a:schemeClr val="bg1"/>
          </a:solidFill>
          <a:ln w="6350">
            <a:solidFill>
              <a:srgbClr val="666666"/>
            </a:solidFill>
            <a:prstDash val="solid"/>
          </a:ln>
        </p:spPr>
      </p:sp>
      <p:sp>
        <p:nvSpPr>
          <p:cNvPr id="332" name="Shape 266"/>
          <p:cNvSpPr/>
          <p:nvPr/>
        </p:nvSpPr>
        <p:spPr>
          <a:xfrm>
            <a:off x="8270621" y="1577086"/>
            <a:ext cx="198882" cy="164592"/>
          </a:xfrm>
          <a:prstGeom prst="rect">
            <a:avLst/>
          </a:prstGeom>
          <a:solidFill>
            <a:schemeClr val="bg1"/>
          </a:solidFill>
          <a:ln w="6350">
            <a:solidFill>
              <a:srgbClr val="666666"/>
            </a:solidFill>
            <a:prstDash val="solid"/>
          </a:ln>
        </p:spPr>
      </p:sp>
      <p:sp>
        <p:nvSpPr>
          <p:cNvPr id="333" name="Shape 267"/>
          <p:cNvSpPr/>
          <p:nvPr/>
        </p:nvSpPr>
        <p:spPr>
          <a:xfrm>
            <a:off x="8469503" y="1577086"/>
            <a:ext cx="198882" cy="164592"/>
          </a:xfrm>
          <a:prstGeom prst="rect">
            <a:avLst/>
          </a:prstGeom>
          <a:solidFill>
            <a:schemeClr val="bg1"/>
          </a:solidFill>
          <a:ln w="6350">
            <a:solidFill>
              <a:srgbClr val="666666"/>
            </a:solidFill>
            <a:prstDash val="solid"/>
          </a:ln>
        </p:spPr>
      </p:sp>
      <p:sp>
        <p:nvSpPr>
          <p:cNvPr id="334" name="Shape 268"/>
          <p:cNvSpPr/>
          <p:nvPr/>
        </p:nvSpPr>
        <p:spPr>
          <a:xfrm>
            <a:off x="754380" y="1741678"/>
            <a:ext cx="754380" cy="329184"/>
          </a:xfrm>
          <a:prstGeom prst="rect">
            <a:avLst/>
          </a:prstGeom>
          <a:solidFill>
            <a:srgbClr val="F2F2F2"/>
          </a:solidFill>
          <a:ln w="6350">
            <a:solidFill>
              <a:srgbClr val="666666"/>
            </a:solidFill>
            <a:prstDash val="solid"/>
          </a:ln>
        </p:spPr>
      </p:sp>
      <p:sp>
        <p:nvSpPr>
          <p:cNvPr id="335" name="Text 269"/>
          <p:cNvSpPr/>
          <p:nvPr/>
        </p:nvSpPr>
        <p:spPr>
          <a:xfrm>
            <a:off x="754380" y="1741678"/>
            <a:ext cx="754380" cy="329184"/>
          </a:xfrm>
          <a:prstGeom prst="rect">
            <a:avLst/>
          </a:prstGeom>
          <a:noFill/>
        </p:spPr>
        <p:txBody>
          <a:bodyPr wrap="square" lIns="0" tIns="38100" rIns="0" bIns="0" rtlCol="0" anchor="ctr"/>
          <a:lstStyle/>
          <a:p>
            <a:r>
              <a:rPr lang="en-US" sz="56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  </a:t>
            </a:r>
            <a:r>
              <a:rPr lang="en-US" sz="565" b="1" dirty="0" smtClean="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RESEARCH</a:t>
            </a:r>
          </a:p>
          <a:p>
            <a:r>
              <a:rPr lang="en-US" sz="565" b="1" dirty="0">
                <a:solidFill>
                  <a:srgbClr val="000000"/>
                </a:solidFill>
                <a:latin typeface="Times New Roman" panose="02020603050405020304" pitchFamily="18" charset="0"/>
                <a:cs typeface="Times New Roman" panose="02020603050405020304" pitchFamily="34" charset="-120"/>
              </a:rPr>
              <a:t> </a:t>
            </a:r>
            <a:r>
              <a:rPr lang="en-US" sz="565" b="1" dirty="0" smtClean="0">
                <a:solidFill>
                  <a:srgbClr val="000000"/>
                </a:solidFill>
                <a:latin typeface="Times New Roman" panose="02020603050405020304" pitchFamily="18" charset="0"/>
                <a:cs typeface="Times New Roman" panose="02020603050405020304" pitchFamily="34" charset="-120"/>
              </a:rPr>
              <a:t> METHODOLOGY</a:t>
            </a:r>
            <a:endParaRPr lang="en-US" sz="565" dirty="0"/>
          </a:p>
        </p:txBody>
      </p:sp>
      <p:sp>
        <p:nvSpPr>
          <p:cNvPr id="336" name="Shape 274"/>
          <p:cNvSpPr/>
          <p:nvPr/>
        </p:nvSpPr>
        <p:spPr>
          <a:xfrm>
            <a:off x="1508633" y="1741678"/>
            <a:ext cx="198882" cy="164592"/>
          </a:xfrm>
          <a:prstGeom prst="rect">
            <a:avLst/>
          </a:prstGeom>
          <a:solidFill>
            <a:srgbClr val="F2F2F2"/>
          </a:solidFill>
          <a:ln w="6350">
            <a:solidFill>
              <a:srgbClr val="666666"/>
            </a:solidFill>
            <a:prstDash val="solid"/>
          </a:ln>
        </p:spPr>
      </p:sp>
      <p:sp>
        <p:nvSpPr>
          <p:cNvPr id="337" name="Shape 275"/>
          <p:cNvSpPr/>
          <p:nvPr/>
        </p:nvSpPr>
        <p:spPr>
          <a:xfrm>
            <a:off x="1707515" y="1741678"/>
            <a:ext cx="198882" cy="164592"/>
          </a:xfrm>
          <a:prstGeom prst="rect">
            <a:avLst/>
          </a:prstGeom>
          <a:solidFill>
            <a:schemeClr val="bg1"/>
          </a:solidFill>
          <a:ln w="6350">
            <a:solidFill>
              <a:srgbClr val="666666"/>
            </a:solidFill>
            <a:prstDash val="solid"/>
          </a:ln>
        </p:spPr>
      </p:sp>
      <p:sp>
        <p:nvSpPr>
          <p:cNvPr id="338" name="Shape 276"/>
          <p:cNvSpPr/>
          <p:nvPr/>
        </p:nvSpPr>
        <p:spPr>
          <a:xfrm>
            <a:off x="1906397" y="1741678"/>
            <a:ext cx="198882" cy="164592"/>
          </a:xfrm>
          <a:prstGeom prst="rect">
            <a:avLst/>
          </a:prstGeom>
          <a:solidFill>
            <a:schemeClr val="bg1"/>
          </a:solidFill>
          <a:ln w="6350">
            <a:solidFill>
              <a:srgbClr val="666666"/>
            </a:solidFill>
            <a:prstDash val="solid"/>
          </a:ln>
        </p:spPr>
      </p:sp>
      <p:sp>
        <p:nvSpPr>
          <p:cNvPr id="339" name="Shape 277"/>
          <p:cNvSpPr/>
          <p:nvPr/>
        </p:nvSpPr>
        <p:spPr>
          <a:xfrm>
            <a:off x="2105279" y="1741678"/>
            <a:ext cx="198882" cy="164592"/>
          </a:xfrm>
          <a:prstGeom prst="rect">
            <a:avLst/>
          </a:prstGeom>
          <a:solidFill>
            <a:schemeClr val="bg1"/>
          </a:solidFill>
          <a:ln w="6350">
            <a:solidFill>
              <a:srgbClr val="666666"/>
            </a:solidFill>
            <a:prstDash val="solid"/>
          </a:ln>
        </p:spPr>
      </p:sp>
      <p:sp>
        <p:nvSpPr>
          <p:cNvPr id="340" name="Shape 278"/>
          <p:cNvSpPr/>
          <p:nvPr/>
        </p:nvSpPr>
        <p:spPr>
          <a:xfrm>
            <a:off x="2304161" y="1741678"/>
            <a:ext cx="198882" cy="164592"/>
          </a:xfrm>
          <a:prstGeom prst="rect">
            <a:avLst/>
          </a:prstGeom>
          <a:solidFill>
            <a:schemeClr val="bg1"/>
          </a:solidFill>
          <a:ln w="6350">
            <a:solidFill>
              <a:srgbClr val="666666"/>
            </a:solidFill>
            <a:prstDash val="solid"/>
          </a:ln>
        </p:spPr>
      </p:sp>
      <p:sp>
        <p:nvSpPr>
          <p:cNvPr id="341" name="Shape 279"/>
          <p:cNvSpPr/>
          <p:nvPr/>
        </p:nvSpPr>
        <p:spPr>
          <a:xfrm>
            <a:off x="2503043" y="1741678"/>
            <a:ext cx="198882" cy="164592"/>
          </a:xfrm>
          <a:prstGeom prst="rect">
            <a:avLst/>
          </a:prstGeom>
          <a:solidFill>
            <a:schemeClr val="bg1"/>
          </a:solidFill>
          <a:ln w="6350">
            <a:solidFill>
              <a:srgbClr val="666666"/>
            </a:solidFill>
            <a:prstDash val="solid"/>
          </a:ln>
          <a:extLst/>
        </p:spPr>
      </p:sp>
      <p:sp>
        <p:nvSpPr>
          <p:cNvPr id="342" name="Shape 280"/>
          <p:cNvSpPr/>
          <p:nvPr/>
        </p:nvSpPr>
        <p:spPr>
          <a:xfrm>
            <a:off x="2701925" y="1741678"/>
            <a:ext cx="198882" cy="164592"/>
          </a:xfrm>
          <a:prstGeom prst="rect">
            <a:avLst/>
          </a:prstGeom>
          <a:solidFill>
            <a:schemeClr val="bg1"/>
          </a:solidFill>
          <a:ln w="6350">
            <a:solidFill>
              <a:srgbClr val="666666"/>
            </a:solidFill>
            <a:prstDash val="solid"/>
          </a:ln>
          <a:extLst/>
        </p:spPr>
      </p:sp>
      <p:sp>
        <p:nvSpPr>
          <p:cNvPr id="343" name="Shape 281"/>
          <p:cNvSpPr/>
          <p:nvPr/>
        </p:nvSpPr>
        <p:spPr>
          <a:xfrm>
            <a:off x="2900807" y="1741678"/>
            <a:ext cx="198882" cy="164592"/>
          </a:xfrm>
          <a:prstGeom prst="rect">
            <a:avLst/>
          </a:prstGeom>
          <a:solidFill>
            <a:schemeClr val="bg1"/>
          </a:solidFill>
          <a:ln w="6350">
            <a:solidFill>
              <a:srgbClr val="666666"/>
            </a:solidFill>
            <a:prstDash val="solid"/>
          </a:ln>
          <a:extLst/>
        </p:spPr>
      </p:sp>
      <p:sp>
        <p:nvSpPr>
          <p:cNvPr id="344" name="Shape 282"/>
          <p:cNvSpPr/>
          <p:nvPr/>
        </p:nvSpPr>
        <p:spPr>
          <a:xfrm>
            <a:off x="3099689" y="1741678"/>
            <a:ext cx="198882" cy="164592"/>
          </a:xfrm>
          <a:prstGeom prst="rect">
            <a:avLst/>
          </a:prstGeom>
          <a:solidFill>
            <a:schemeClr val="bg1"/>
          </a:solidFill>
          <a:ln w="6350">
            <a:solidFill>
              <a:srgbClr val="666666"/>
            </a:solidFill>
            <a:prstDash val="solid"/>
          </a:ln>
        </p:spPr>
      </p:sp>
      <p:sp>
        <p:nvSpPr>
          <p:cNvPr id="345" name="Shape 283"/>
          <p:cNvSpPr/>
          <p:nvPr/>
        </p:nvSpPr>
        <p:spPr>
          <a:xfrm>
            <a:off x="3298571" y="1741678"/>
            <a:ext cx="198882" cy="164592"/>
          </a:xfrm>
          <a:prstGeom prst="rect">
            <a:avLst/>
          </a:prstGeom>
          <a:solidFill>
            <a:schemeClr val="bg1"/>
          </a:solidFill>
          <a:ln w="6350">
            <a:solidFill>
              <a:srgbClr val="666666"/>
            </a:solidFill>
            <a:prstDash val="solid"/>
          </a:ln>
        </p:spPr>
      </p:sp>
      <p:sp>
        <p:nvSpPr>
          <p:cNvPr id="346" name="Shape 284"/>
          <p:cNvSpPr/>
          <p:nvPr/>
        </p:nvSpPr>
        <p:spPr>
          <a:xfrm>
            <a:off x="3497453" y="1741678"/>
            <a:ext cx="198882" cy="164592"/>
          </a:xfrm>
          <a:prstGeom prst="rect">
            <a:avLst/>
          </a:prstGeom>
          <a:solidFill>
            <a:schemeClr val="bg1"/>
          </a:solidFill>
          <a:ln w="6350">
            <a:solidFill>
              <a:srgbClr val="666666"/>
            </a:solidFill>
            <a:prstDash val="solid"/>
          </a:ln>
        </p:spPr>
      </p:sp>
      <p:sp>
        <p:nvSpPr>
          <p:cNvPr id="347" name="Shape 285"/>
          <p:cNvSpPr/>
          <p:nvPr/>
        </p:nvSpPr>
        <p:spPr>
          <a:xfrm>
            <a:off x="3696335" y="1741678"/>
            <a:ext cx="198882" cy="164592"/>
          </a:xfrm>
          <a:prstGeom prst="rect">
            <a:avLst/>
          </a:prstGeom>
          <a:solidFill>
            <a:schemeClr val="bg1"/>
          </a:solidFill>
          <a:ln w="6350">
            <a:solidFill>
              <a:srgbClr val="666666"/>
            </a:solidFill>
            <a:prstDash val="solid"/>
          </a:ln>
        </p:spPr>
      </p:sp>
      <p:sp>
        <p:nvSpPr>
          <p:cNvPr id="348" name="Shape 286"/>
          <p:cNvSpPr/>
          <p:nvPr/>
        </p:nvSpPr>
        <p:spPr>
          <a:xfrm>
            <a:off x="3895217" y="1741678"/>
            <a:ext cx="198882" cy="164592"/>
          </a:xfrm>
          <a:prstGeom prst="rect">
            <a:avLst/>
          </a:prstGeom>
          <a:solidFill>
            <a:schemeClr val="bg1"/>
          </a:solidFill>
          <a:ln w="6350">
            <a:solidFill>
              <a:srgbClr val="666666"/>
            </a:solidFill>
            <a:prstDash val="solid"/>
          </a:ln>
        </p:spPr>
      </p:sp>
      <p:sp>
        <p:nvSpPr>
          <p:cNvPr id="349" name="Shape 287"/>
          <p:cNvSpPr/>
          <p:nvPr/>
        </p:nvSpPr>
        <p:spPr>
          <a:xfrm>
            <a:off x="4094099" y="1741678"/>
            <a:ext cx="198882" cy="164592"/>
          </a:xfrm>
          <a:prstGeom prst="rect">
            <a:avLst/>
          </a:prstGeom>
          <a:solidFill>
            <a:schemeClr val="bg1"/>
          </a:solidFill>
          <a:ln w="6350">
            <a:solidFill>
              <a:srgbClr val="666666"/>
            </a:solidFill>
            <a:prstDash val="solid"/>
          </a:ln>
        </p:spPr>
      </p:sp>
      <p:sp>
        <p:nvSpPr>
          <p:cNvPr id="350" name="Shape 288"/>
          <p:cNvSpPr/>
          <p:nvPr/>
        </p:nvSpPr>
        <p:spPr>
          <a:xfrm>
            <a:off x="4292981" y="1741678"/>
            <a:ext cx="198882" cy="164592"/>
          </a:xfrm>
          <a:prstGeom prst="rect">
            <a:avLst/>
          </a:prstGeom>
          <a:solidFill>
            <a:schemeClr val="bg1"/>
          </a:solidFill>
          <a:ln w="6350">
            <a:solidFill>
              <a:srgbClr val="666666"/>
            </a:solidFill>
            <a:prstDash val="solid"/>
          </a:ln>
        </p:spPr>
      </p:sp>
      <p:sp>
        <p:nvSpPr>
          <p:cNvPr id="351" name="Shape 289"/>
          <p:cNvSpPr/>
          <p:nvPr/>
        </p:nvSpPr>
        <p:spPr>
          <a:xfrm>
            <a:off x="4491863" y="1741678"/>
            <a:ext cx="198882" cy="164592"/>
          </a:xfrm>
          <a:prstGeom prst="rect">
            <a:avLst/>
          </a:prstGeom>
          <a:solidFill>
            <a:schemeClr val="bg1"/>
          </a:solidFill>
          <a:ln w="6350">
            <a:solidFill>
              <a:srgbClr val="666666"/>
            </a:solidFill>
            <a:prstDash val="solid"/>
          </a:ln>
        </p:spPr>
      </p:sp>
      <p:sp>
        <p:nvSpPr>
          <p:cNvPr id="352" name="Shape 290"/>
          <p:cNvSpPr/>
          <p:nvPr/>
        </p:nvSpPr>
        <p:spPr>
          <a:xfrm>
            <a:off x="4690745" y="1741678"/>
            <a:ext cx="198882" cy="164592"/>
          </a:xfrm>
          <a:prstGeom prst="rect">
            <a:avLst/>
          </a:prstGeom>
          <a:solidFill>
            <a:schemeClr val="bg1"/>
          </a:solidFill>
          <a:ln w="6350">
            <a:solidFill>
              <a:srgbClr val="666666"/>
            </a:solidFill>
            <a:prstDash val="solid"/>
          </a:ln>
        </p:spPr>
      </p:sp>
      <p:sp>
        <p:nvSpPr>
          <p:cNvPr id="353" name="Shape 291"/>
          <p:cNvSpPr/>
          <p:nvPr/>
        </p:nvSpPr>
        <p:spPr>
          <a:xfrm>
            <a:off x="4889627" y="1741678"/>
            <a:ext cx="198882" cy="164592"/>
          </a:xfrm>
          <a:prstGeom prst="rect">
            <a:avLst/>
          </a:prstGeom>
          <a:solidFill>
            <a:schemeClr val="bg1"/>
          </a:solidFill>
          <a:ln w="6350">
            <a:solidFill>
              <a:srgbClr val="666666"/>
            </a:solidFill>
            <a:prstDash val="solid"/>
          </a:ln>
        </p:spPr>
      </p:sp>
      <p:sp>
        <p:nvSpPr>
          <p:cNvPr id="354" name="Shape 292"/>
          <p:cNvSpPr/>
          <p:nvPr/>
        </p:nvSpPr>
        <p:spPr>
          <a:xfrm>
            <a:off x="5088509" y="1741678"/>
            <a:ext cx="198882" cy="164592"/>
          </a:xfrm>
          <a:prstGeom prst="rect">
            <a:avLst/>
          </a:prstGeom>
          <a:solidFill>
            <a:schemeClr val="bg1"/>
          </a:solidFill>
          <a:ln w="6350">
            <a:solidFill>
              <a:srgbClr val="666666"/>
            </a:solidFill>
            <a:prstDash val="solid"/>
          </a:ln>
        </p:spPr>
      </p:sp>
      <p:sp>
        <p:nvSpPr>
          <p:cNvPr id="355" name="Shape 293"/>
          <p:cNvSpPr/>
          <p:nvPr/>
        </p:nvSpPr>
        <p:spPr>
          <a:xfrm>
            <a:off x="5287391" y="1741678"/>
            <a:ext cx="198882" cy="164592"/>
          </a:xfrm>
          <a:prstGeom prst="rect">
            <a:avLst/>
          </a:prstGeom>
          <a:solidFill>
            <a:schemeClr val="bg1"/>
          </a:solidFill>
          <a:ln w="6350">
            <a:solidFill>
              <a:srgbClr val="666666"/>
            </a:solidFill>
            <a:prstDash val="solid"/>
          </a:ln>
        </p:spPr>
      </p:sp>
      <p:sp>
        <p:nvSpPr>
          <p:cNvPr id="356" name="Shape 294"/>
          <p:cNvSpPr/>
          <p:nvPr/>
        </p:nvSpPr>
        <p:spPr>
          <a:xfrm>
            <a:off x="5486273" y="1741678"/>
            <a:ext cx="198882" cy="164592"/>
          </a:xfrm>
          <a:prstGeom prst="rect">
            <a:avLst/>
          </a:prstGeom>
          <a:solidFill>
            <a:srgbClr val="FF0000"/>
          </a:solidFill>
          <a:ln w="6350">
            <a:solidFill>
              <a:srgbClr val="666666"/>
            </a:solidFill>
            <a:prstDash val="solid"/>
          </a:ln>
        </p:spPr>
      </p:sp>
      <p:sp>
        <p:nvSpPr>
          <p:cNvPr id="357" name="Shape 295"/>
          <p:cNvSpPr/>
          <p:nvPr/>
        </p:nvSpPr>
        <p:spPr>
          <a:xfrm>
            <a:off x="5685155" y="1741678"/>
            <a:ext cx="198882" cy="164592"/>
          </a:xfrm>
          <a:prstGeom prst="rect">
            <a:avLst/>
          </a:prstGeom>
          <a:solidFill>
            <a:srgbClr val="FF0000"/>
          </a:solidFill>
          <a:ln w="6350">
            <a:solidFill>
              <a:srgbClr val="666666"/>
            </a:solidFill>
            <a:prstDash val="solid"/>
          </a:ln>
        </p:spPr>
      </p:sp>
      <p:sp>
        <p:nvSpPr>
          <p:cNvPr id="358" name="Shape 296"/>
          <p:cNvSpPr/>
          <p:nvPr/>
        </p:nvSpPr>
        <p:spPr>
          <a:xfrm>
            <a:off x="5884037" y="1741678"/>
            <a:ext cx="198882" cy="164592"/>
          </a:xfrm>
          <a:prstGeom prst="rect">
            <a:avLst/>
          </a:prstGeom>
          <a:solidFill>
            <a:srgbClr val="FF0000"/>
          </a:solidFill>
          <a:ln w="6350">
            <a:solidFill>
              <a:srgbClr val="666666"/>
            </a:solidFill>
            <a:prstDash val="solid"/>
          </a:ln>
        </p:spPr>
      </p:sp>
      <p:sp>
        <p:nvSpPr>
          <p:cNvPr id="359" name="Shape 297"/>
          <p:cNvSpPr/>
          <p:nvPr/>
        </p:nvSpPr>
        <p:spPr>
          <a:xfrm>
            <a:off x="6082919" y="1741678"/>
            <a:ext cx="198882" cy="164592"/>
          </a:xfrm>
          <a:prstGeom prst="rect">
            <a:avLst/>
          </a:prstGeom>
          <a:solidFill>
            <a:srgbClr val="FF0000"/>
          </a:solidFill>
          <a:ln w="6350">
            <a:solidFill>
              <a:srgbClr val="666666"/>
            </a:solidFill>
            <a:prstDash val="solid"/>
          </a:ln>
        </p:spPr>
      </p:sp>
      <p:sp>
        <p:nvSpPr>
          <p:cNvPr id="360" name="Shape 298"/>
          <p:cNvSpPr/>
          <p:nvPr/>
        </p:nvSpPr>
        <p:spPr>
          <a:xfrm>
            <a:off x="6281801" y="1741678"/>
            <a:ext cx="198882" cy="164592"/>
          </a:xfrm>
          <a:prstGeom prst="rect">
            <a:avLst/>
          </a:prstGeom>
          <a:solidFill>
            <a:srgbClr val="FF0000"/>
          </a:solidFill>
          <a:ln w="6350">
            <a:solidFill>
              <a:srgbClr val="666666"/>
            </a:solidFill>
            <a:prstDash val="solid"/>
          </a:ln>
        </p:spPr>
      </p:sp>
      <p:sp>
        <p:nvSpPr>
          <p:cNvPr id="361" name="Shape 299"/>
          <p:cNvSpPr/>
          <p:nvPr/>
        </p:nvSpPr>
        <p:spPr>
          <a:xfrm>
            <a:off x="6480683" y="1741678"/>
            <a:ext cx="198882" cy="164592"/>
          </a:xfrm>
          <a:prstGeom prst="rect">
            <a:avLst/>
          </a:prstGeom>
          <a:solidFill>
            <a:schemeClr val="bg1"/>
          </a:solidFill>
          <a:ln w="6350">
            <a:solidFill>
              <a:srgbClr val="666666"/>
            </a:solidFill>
            <a:prstDash val="solid"/>
          </a:ln>
        </p:spPr>
      </p:sp>
      <p:sp>
        <p:nvSpPr>
          <p:cNvPr id="362" name="Shape 300"/>
          <p:cNvSpPr/>
          <p:nvPr/>
        </p:nvSpPr>
        <p:spPr>
          <a:xfrm>
            <a:off x="6679565" y="1741678"/>
            <a:ext cx="198882" cy="164592"/>
          </a:xfrm>
          <a:prstGeom prst="rect">
            <a:avLst/>
          </a:prstGeom>
          <a:solidFill>
            <a:schemeClr val="bg1"/>
          </a:solidFill>
          <a:ln w="6350">
            <a:solidFill>
              <a:srgbClr val="666666"/>
            </a:solidFill>
            <a:prstDash val="solid"/>
          </a:ln>
        </p:spPr>
      </p:sp>
      <p:sp>
        <p:nvSpPr>
          <p:cNvPr id="363" name="Shape 301"/>
          <p:cNvSpPr/>
          <p:nvPr/>
        </p:nvSpPr>
        <p:spPr>
          <a:xfrm>
            <a:off x="6878447" y="1741678"/>
            <a:ext cx="198882" cy="164592"/>
          </a:xfrm>
          <a:prstGeom prst="rect">
            <a:avLst/>
          </a:prstGeom>
          <a:solidFill>
            <a:schemeClr val="bg1"/>
          </a:solidFill>
          <a:ln w="6350">
            <a:solidFill>
              <a:srgbClr val="666666"/>
            </a:solidFill>
            <a:prstDash val="solid"/>
          </a:ln>
        </p:spPr>
      </p:sp>
      <p:sp>
        <p:nvSpPr>
          <p:cNvPr id="364" name="Shape 302"/>
          <p:cNvSpPr/>
          <p:nvPr/>
        </p:nvSpPr>
        <p:spPr>
          <a:xfrm>
            <a:off x="7077329" y="1741678"/>
            <a:ext cx="198882" cy="164592"/>
          </a:xfrm>
          <a:prstGeom prst="rect">
            <a:avLst/>
          </a:prstGeom>
          <a:solidFill>
            <a:schemeClr val="bg1"/>
          </a:solidFill>
          <a:ln w="6350">
            <a:solidFill>
              <a:srgbClr val="666666"/>
            </a:solidFill>
            <a:prstDash val="solid"/>
          </a:ln>
        </p:spPr>
      </p:sp>
      <p:sp>
        <p:nvSpPr>
          <p:cNvPr id="365" name="Shape 303"/>
          <p:cNvSpPr/>
          <p:nvPr/>
        </p:nvSpPr>
        <p:spPr>
          <a:xfrm>
            <a:off x="7276211" y="1741678"/>
            <a:ext cx="198882" cy="164592"/>
          </a:xfrm>
          <a:prstGeom prst="rect">
            <a:avLst/>
          </a:prstGeom>
          <a:solidFill>
            <a:schemeClr val="bg1"/>
          </a:solidFill>
          <a:ln w="6350">
            <a:solidFill>
              <a:srgbClr val="666666"/>
            </a:solidFill>
            <a:prstDash val="solid"/>
          </a:ln>
        </p:spPr>
      </p:sp>
      <p:sp>
        <p:nvSpPr>
          <p:cNvPr id="366" name="Shape 304"/>
          <p:cNvSpPr/>
          <p:nvPr/>
        </p:nvSpPr>
        <p:spPr>
          <a:xfrm>
            <a:off x="7475093" y="1741678"/>
            <a:ext cx="198882" cy="164592"/>
          </a:xfrm>
          <a:prstGeom prst="rect">
            <a:avLst/>
          </a:prstGeom>
          <a:solidFill>
            <a:schemeClr val="bg1"/>
          </a:solidFill>
          <a:ln w="6350">
            <a:solidFill>
              <a:srgbClr val="666666"/>
            </a:solidFill>
            <a:prstDash val="solid"/>
          </a:ln>
        </p:spPr>
      </p:sp>
      <p:sp>
        <p:nvSpPr>
          <p:cNvPr id="367" name="Shape 305"/>
          <p:cNvSpPr/>
          <p:nvPr/>
        </p:nvSpPr>
        <p:spPr>
          <a:xfrm>
            <a:off x="7673975" y="1741678"/>
            <a:ext cx="198882" cy="164592"/>
          </a:xfrm>
          <a:prstGeom prst="rect">
            <a:avLst/>
          </a:prstGeom>
          <a:solidFill>
            <a:schemeClr val="bg1"/>
          </a:solidFill>
          <a:ln w="6350">
            <a:solidFill>
              <a:srgbClr val="666666"/>
            </a:solidFill>
            <a:prstDash val="solid"/>
          </a:ln>
        </p:spPr>
      </p:sp>
      <p:sp>
        <p:nvSpPr>
          <p:cNvPr id="368" name="Shape 306"/>
          <p:cNvSpPr/>
          <p:nvPr/>
        </p:nvSpPr>
        <p:spPr>
          <a:xfrm>
            <a:off x="7872857" y="1741678"/>
            <a:ext cx="198882" cy="164592"/>
          </a:xfrm>
          <a:prstGeom prst="rect">
            <a:avLst/>
          </a:prstGeom>
          <a:solidFill>
            <a:schemeClr val="bg1"/>
          </a:solidFill>
          <a:ln w="6350">
            <a:solidFill>
              <a:srgbClr val="666666"/>
            </a:solidFill>
            <a:prstDash val="solid"/>
          </a:ln>
        </p:spPr>
      </p:sp>
      <p:sp>
        <p:nvSpPr>
          <p:cNvPr id="369" name="Shape 307"/>
          <p:cNvSpPr/>
          <p:nvPr/>
        </p:nvSpPr>
        <p:spPr>
          <a:xfrm>
            <a:off x="8071739" y="1741678"/>
            <a:ext cx="198882" cy="164592"/>
          </a:xfrm>
          <a:prstGeom prst="rect">
            <a:avLst/>
          </a:prstGeom>
          <a:solidFill>
            <a:schemeClr val="bg1"/>
          </a:solidFill>
          <a:ln w="6350">
            <a:solidFill>
              <a:srgbClr val="666666"/>
            </a:solidFill>
            <a:prstDash val="solid"/>
          </a:ln>
        </p:spPr>
      </p:sp>
      <p:sp>
        <p:nvSpPr>
          <p:cNvPr id="370" name="Shape 308"/>
          <p:cNvSpPr/>
          <p:nvPr/>
        </p:nvSpPr>
        <p:spPr>
          <a:xfrm>
            <a:off x="8270621" y="1741678"/>
            <a:ext cx="198882" cy="164592"/>
          </a:xfrm>
          <a:prstGeom prst="rect">
            <a:avLst/>
          </a:prstGeom>
          <a:solidFill>
            <a:schemeClr val="bg1"/>
          </a:solidFill>
          <a:ln w="6350">
            <a:solidFill>
              <a:srgbClr val="666666"/>
            </a:solidFill>
            <a:prstDash val="solid"/>
          </a:ln>
        </p:spPr>
      </p:sp>
      <p:sp>
        <p:nvSpPr>
          <p:cNvPr id="371" name="Shape 309"/>
          <p:cNvSpPr/>
          <p:nvPr/>
        </p:nvSpPr>
        <p:spPr>
          <a:xfrm>
            <a:off x="8469503" y="1741678"/>
            <a:ext cx="198882" cy="164592"/>
          </a:xfrm>
          <a:prstGeom prst="rect">
            <a:avLst/>
          </a:prstGeom>
          <a:solidFill>
            <a:schemeClr val="bg1"/>
          </a:solidFill>
          <a:ln w="6350">
            <a:solidFill>
              <a:srgbClr val="666666"/>
            </a:solidFill>
            <a:prstDash val="solid"/>
          </a:ln>
        </p:spPr>
      </p:sp>
      <p:sp>
        <p:nvSpPr>
          <p:cNvPr id="372" name="Shape 314"/>
          <p:cNvSpPr/>
          <p:nvPr/>
        </p:nvSpPr>
        <p:spPr>
          <a:xfrm>
            <a:off x="1508633" y="1906270"/>
            <a:ext cx="198882" cy="164592"/>
          </a:xfrm>
          <a:prstGeom prst="rect">
            <a:avLst/>
          </a:prstGeom>
          <a:solidFill>
            <a:srgbClr val="F2F2F2"/>
          </a:solidFill>
          <a:ln w="6350">
            <a:solidFill>
              <a:srgbClr val="666666"/>
            </a:solidFill>
            <a:prstDash val="solid"/>
          </a:ln>
        </p:spPr>
      </p:sp>
      <p:sp>
        <p:nvSpPr>
          <p:cNvPr id="373" name="Shape 315"/>
          <p:cNvSpPr/>
          <p:nvPr/>
        </p:nvSpPr>
        <p:spPr>
          <a:xfrm>
            <a:off x="1707515" y="1906270"/>
            <a:ext cx="198882" cy="164592"/>
          </a:xfrm>
          <a:prstGeom prst="rect">
            <a:avLst/>
          </a:prstGeom>
          <a:solidFill>
            <a:schemeClr val="bg1"/>
          </a:solidFill>
          <a:ln w="6350">
            <a:solidFill>
              <a:srgbClr val="666666"/>
            </a:solidFill>
            <a:prstDash val="solid"/>
          </a:ln>
        </p:spPr>
      </p:sp>
      <p:sp>
        <p:nvSpPr>
          <p:cNvPr id="374" name="Shape 316"/>
          <p:cNvSpPr/>
          <p:nvPr/>
        </p:nvSpPr>
        <p:spPr>
          <a:xfrm>
            <a:off x="1906397" y="1906270"/>
            <a:ext cx="198882" cy="164592"/>
          </a:xfrm>
          <a:prstGeom prst="rect">
            <a:avLst/>
          </a:prstGeom>
          <a:solidFill>
            <a:schemeClr val="bg1"/>
          </a:solidFill>
          <a:ln w="6350">
            <a:solidFill>
              <a:srgbClr val="666666"/>
            </a:solidFill>
            <a:prstDash val="solid"/>
          </a:ln>
        </p:spPr>
      </p:sp>
      <p:sp>
        <p:nvSpPr>
          <p:cNvPr id="375" name="Shape 317"/>
          <p:cNvSpPr/>
          <p:nvPr/>
        </p:nvSpPr>
        <p:spPr>
          <a:xfrm>
            <a:off x="2105279" y="1906270"/>
            <a:ext cx="198882" cy="164592"/>
          </a:xfrm>
          <a:prstGeom prst="rect">
            <a:avLst/>
          </a:prstGeom>
          <a:solidFill>
            <a:schemeClr val="bg1"/>
          </a:solidFill>
          <a:ln w="6350">
            <a:solidFill>
              <a:srgbClr val="666666"/>
            </a:solidFill>
            <a:prstDash val="solid"/>
          </a:ln>
        </p:spPr>
      </p:sp>
      <p:sp>
        <p:nvSpPr>
          <p:cNvPr id="376" name="Shape 318"/>
          <p:cNvSpPr/>
          <p:nvPr/>
        </p:nvSpPr>
        <p:spPr>
          <a:xfrm>
            <a:off x="2304161" y="1906270"/>
            <a:ext cx="198882" cy="164592"/>
          </a:xfrm>
          <a:prstGeom prst="rect">
            <a:avLst/>
          </a:prstGeom>
          <a:solidFill>
            <a:schemeClr val="bg1"/>
          </a:solidFill>
          <a:ln w="6350">
            <a:solidFill>
              <a:srgbClr val="666666"/>
            </a:solidFill>
            <a:prstDash val="solid"/>
          </a:ln>
        </p:spPr>
      </p:sp>
      <p:sp>
        <p:nvSpPr>
          <p:cNvPr id="377" name="Shape 319"/>
          <p:cNvSpPr/>
          <p:nvPr/>
        </p:nvSpPr>
        <p:spPr>
          <a:xfrm>
            <a:off x="2503043" y="1906270"/>
            <a:ext cx="198882" cy="164592"/>
          </a:xfrm>
          <a:prstGeom prst="rect">
            <a:avLst/>
          </a:prstGeom>
          <a:solidFill>
            <a:schemeClr val="bg1"/>
          </a:solidFill>
          <a:ln w="6350">
            <a:solidFill>
              <a:srgbClr val="666666"/>
            </a:solidFill>
            <a:prstDash val="solid"/>
          </a:ln>
        </p:spPr>
      </p:sp>
      <p:sp>
        <p:nvSpPr>
          <p:cNvPr id="378" name="Shape 320"/>
          <p:cNvSpPr/>
          <p:nvPr/>
        </p:nvSpPr>
        <p:spPr>
          <a:xfrm>
            <a:off x="2701925" y="1906270"/>
            <a:ext cx="198882" cy="164592"/>
          </a:xfrm>
          <a:prstGeom prst="rect">
            <a:avLst/>
          </a:prstGeom>
          <a:solidFill>
            <a:schemeClr val="bg1"/>
          </a:solidFill>
          <a:ln w="6350">
            <a:solidFill>
              <a:srgbClr val="666666"/>
            </a:solidFill>
            <a:prstDash val="solid"/>
          </a:ln>
        </p:spPr>
      </p:sp>
      <p:sp>
        <p:nvSpPr>
          <p:cNvPr id="379" name="Shape 321"/>
          <p:cNvSpPr/>
          <p:nvPr/>
        </p:nvSpPr>
        <p:spPr>
          <a:xfrm>
            <a:off x="2900807" y="1906270"/>
            <a:ext cx="198882" cy="164592"/>
          </a:xfrm>
          <a:prstGeom prst="rect">
            <a:avLst/>
          </a:prstGeom>
          <a:solidFill>
            <a:schemeClr val="bg1"/>
          </a:solidFill>
          <a:ln w="6350">
            <a:solidFill>
              <a:srgbClr val="666666"/>
            </a:solidFill>
            <a:prstDash val="solid"/>
          </a:ln>
        </p:spPr>
      </p:sp>
      <p:sp>
        <p:nvSpPr>
          <p:cNvPr id="380" name="Shape 322"/>
          <p:cNvSpPr/>
          <p:nvPr/>
        </p:nvSpPr>
        <p:spPr>
          <a:xfrm>
            <a:off x="3099689" y="1906270"/>
            <a:ext cx="198882" cy="164592"/>
          </a:xfrm>
          <a:prstGeom prst="rect">
            <a:avLst/>
          </a:prstGeom>
          <a:solidFill>
            <a:schemeClr val="bg1"/>
          </a:solidFill>
          <a:ln w="6350">
            <a:solidFill>
              <a:srgbClr val="666666"/>
            </a:solidFill>
            <a:prstDash val="solid"/>
          </a:ln>
        </p:spPr>
      </p:sp>
      <p:sp>
        <p:nvSpPr>
          <p:cNvPr id="381" name="Shape 323"/>
          <p:cNvSpPr/>
          <p:nvPr/>
        </p:nvSpPr>
        <p:spPr>
          <a:xfrm>
            <a:off x="3298571" y="1906270"/>
            <a:ext cx="198882" cy="164592"/>
          </a:xfrm>
          <a:prstGeom prst="rect">
            <a:avLst/>
          </a:prstGeom>
          <a:solidFill>
            <a:schemeClr val="bg1"/>
          </a:solidFill>
          <a:ln w="6350">
            <a:solidFill>
              <a:srgbClr val="666666"/>
            </a:solidFill>
            <a:prstDash val="solid"/>
          </a:ln>
        </p:spPr>
      </p:sp>
      <p:sp>
        <p:nvSpPr>
          <p:cNvPr id="382" name="Shape 324"/>
          <p:cNvSpPr/>
          <p:nvPr/>
        </p:nvSpPr>
        <p:spPr>
          <a:xfrm>
            <a:off x="3497453" y="1906270"/>
            <a:ext cx="198882" cy="164592"/>
          </a:xfrm>
          <a:prstGeom prst="rect">
            <a:avLst/>
          </a:prstGeom>
          <a:solidFill>
            <a:schemeClr val="bg1"/>
          </a:solidFill>
          <a:ln w="6350">
            <a:solidFill>
              <a:srgbClr val="666666"/>
            </a:solidFill>
            <a:prstDash val="solid"/>
          </a:ln>
        </p:spPr>
      </p:sp>
      <p:sp>
        <p:nvSpPr>
          <p:cNvPr id="383" name="Shape 325"/>
          <p:cNvSpPr/>
          <p:nvPr/>
        </p:nvSpPr>
        <p:spPr>
          <a:xfrm>
            <a:off x="3696335" y="1906270"/>
            <a:ext cx="198882" cy="164592"/>
          </a:xfrm>
          <a:prstGeom prst="rect">
            <a:avLst/>
          </a:prstGeom>
          <a:solidFill>
            <a:schemeClr val="bg1"/>
          </a:solidFill>
          <a:ln w="6350">
            <a:solidFill>
              <a:srgbClr val="666666"/>
            </a:solidFill>
            <a:prstDash val="solid"/>
          </a:ln>
        </p:spPr>
      </p:sp>
      <p:sp>
        <p:nvSpPr>
          <p:cNvPr id="384" name="Shape 326"/>
          <p:cNvSpPr/>
          <p:nvPr/>
        </p:nvSpPr>
        <p:spPr>
          <a:xfrm>
            <a:off x="3895217" y="1906270"/>
            <a:ext cx="198882" cy="164592"/>
          </a:xfrm>
          <a:prstGeom prst="rect">
            <a:avLst/>
          </a:prstGeom>
          <a:solidFill>
            <a:schemeClr val="bg1"/>
          </a:solidFill>
          <a:ln w="6350">
            <a:solidFill>
              <a:srgbClr val="666666"/>
            </a:solidFill>
            <a:prstDash val="solid"/>
          </a:ln>
        </p:spPr>
      </p:sp>
      <p:sp>
        <p:nvSpPr>
          <p:cNvPr id="385" name="Shape 327"/>
          <p:cNvSpPr/>
          <p:nvPr/>
        </p:nvSpPr>
        <p:spPr>
          <a:xfrm>
            <a:off x="4094099" y="1906270"/>
            <a:ext cx="198882" cy="164592"/>
          </a:xfrm>
          <a:prstGeom prst="rect">
            <a:avLst/>
          </a:prstGeom>
          <a:solidFill>
            <a:schemeClr val="bg1"/>
          </a:solidFill>
          <a:ln w="6350">
            <a:solidFill>
              <a:srgbClr val="666666"/>
            </a:solidFill>
            <a:prstDash val="solid"/>
          </a:ln>
        </p:spPr>
      </p:sp>
      <p:sp>
        <p:nvSpPr>
          <p:cNvPr id="386" name="Shape 328"/>
          <p:cNvSpPr/>
          <p:nvPr/>
        </p:nvSpPr>
        <p:spPr>
          <a:xfrm>
            <a:off x="4292981" y="1906270"/>
            <a:ext cx="198882" cy="164592"/>
          </a:xfrm>
          <a:prstGeom prst="rect">
            <a:avLst/>
          </a:prstGeom>
          <a:solidFill>
            <a:schemeClr val="bg1"/>
          </a:solidFill>
          <a:ln w="6350">
            <a:solidFill>
              <a:srgbClr val="666666"/>
            </a:solidFill>
            <a:prstDash val="solid"/>
          </a:ln>
        </p:spPr>
      </p:sp>
      <p:sp>
        <p:nvSpPr>
          <p:cNvPr id="387" name="Shape 329"/>
          <p:cNvSpPr/>
          <p:nvPr/>
        </p:nvSpPr>
        <p:spPr>
          <a:xfrm>
            <a:off x="4491863" y="1906270"/>
            <a:ext cx="198882" cy="164592"/>
          </a:xfrm>
          <a:prstGeom prst="rect">
            <a:avLst/>
          </a:prstGeom>
          <a:solidFill>
            <a:schemeClr val="bg1"/>
          </a:solidFill>
          <a:ln w="6350">
            <a:solidFill>
              <a:srgbClr val="666666"/>
            </a:solidFill>
            <a:prstDash val="solid"/>
          </a:ln>
        </p:spPr>
      </p:sp>
      <p:sp>
        <p:nvSpPr>
          <p:cNvPr id="388" name="Shape 330"/>
          <p:cNvSpPr/>
          <p:nvPr/>
        </p:nvSpPr>
        <p:spPr>
          <a:xfrm>
            <a:off x="4690745" y="1906270"/>
            <a:ext cx="198882" cy="164592"/>
          </a:xfrm>
          <a:prstGeom prst="rect">
            <a:avLst/>
          </a:prstGeom>
          <a:solidFill>
            <a:schemeClr val="bg1"/>
          </a:solidFill>
          <a:ln w="6350">
            <a:solidFill>
              <a:srgbClr val="666666"/>
            </a:solidFill>
            <a:prstDash val="solid"/>
          </a:ln>
        </p:spPr>
      </p:sp>
      <p:sp>
        <p:nvSpPr>
          <p:cNvPr id="389" name="Shape 331"/>
          <p:cNvSpPr/>
          <p:nvPr/>
        </p:nvSpPr>
        <p:spPr>
          <a:xfrm>
            <a:off x="4889627" y="1906270"/>
            <a:ext cx="198882" cy="164592"/>
          </a:xfrm>
          <a:prstGeom prst="rect">
            <a:avLst/>
          </a:prstGeom>
          <a:solidFill>
            <a:schemeClr val="bg1"/>
          </a:solidFill>
          <a:ln w="6350">
            <a:solidFill>
              <a:srgbClr val="666666"/>
            </a:solidFill>
            <a:prstDash val="solid"/>
          </a:ln>
        </p:spPr>
      </p:sp>
      <p:sp>
        <p:nvSpPr>
          <p:cNvPr id="390" name="Shape 332"/>
          <p:cNvSpPr/>
          <p:nvPr/>
        </p:nvSpPr>
        <p:spPr>
          <a:xfrm>
            <a:off x="5088509" y="1906270"/>
            <a:ext cx="198882" cy="164592"/>
          </a:xfrm>
          <a:prstGeom prst="rect">
            <a:avLst/>
          </a:prstGeom>
          <a:solidFill>
            <a:schemeClr val="bg1"/>
          </a:solidFill>
          <a:ln w="6350">
            <a:solidFill>
              <a:srgbClr val="666666"/>
            </a:solidFill>
            <a:prstDash val="solid"/>
          </a:ln>
        </p:spPr>
      </p:sp>
      <p:sp>
        <p:nvSpPr>
          <p:cNvPr id="391" name="Shape 333"/>
          <p:cNvSpPr/>
          <p:nvPr/>
        </p:nvSpPr>
        <p:spPr>
          <a:xfrm>
            <a:off x="5287391" y="1906270"/>
            <a:ext cx="198882" cy="164592"/>
          </a:xfrm>
          <a:prstGeom prst="rect">
            <a:avLst/>
          </a:prstGeom>
          <a:solidFill>
            <a:schemeClr val="bg1"/>
          </a:solidFill>
          <a:ln w="6350">
            <a:solidFill>
              <a:srgbClr val="666666"/>
            </a:solidFill>
            <a:prstDash val="solid"/>
          </a:ln>
        </p:spPr>
      </p:sp>
      <p:sp>
        <p:nvSpPr>
          <p:cNvPr id="392" name="Shape 334"/>
          <p:cNvSpPr/>
          <p:nvPr/>
        </p:nvSpPr>
        <p:spPr>
          <a:xfrm>
            <a:off x="5486273" y="1906270"/>
            <a:ext cx="198882" cy="164592"/>
          </a:xfrm>
          <a:prstGeom prst="rect">
            <a:avLst/>
          </a:prstGeom>
          <a:solidFill>
            <a:srgbClr val="00B050"/>
          </a:solidFill>
          <a:ln w="6350">
            <a:solidFill>
              <a:srgbClr val="666666"/>
            </a:solidFill>
            <a:prstDash val="solid"/>
          </a:ln>
        </p:spPr>
      </p:sp>
      <p:sp>
        <p:nvSpPr>
          <p:cNvPr id="393" name="Shape 335"/>
          <p:cNvSpPr/>
          <p:nvPr/>
        </p:nvSpPr>
        <p:spPr>
          <a:xfrm>
            <a:off x="5685155" y="1906270"/>
            <a:ext cx="198882" cy="164592"/>
          </a:xfrm>
          <a:prstGeom prst="rect">
            <a:avLst/>
          </a:prstGeom>
          <a:solidFill>
            <a:srgbClr val="00B050"/>
          </a:solidFill>
          <a:ln w="6350">
            <a:solidFill>
              <a:srgbClr val="666666"/>
            </a:solidFill>
            <a:prstDash val="solid"/>
          </a:ln>
        </p:spPr>
      </p:sp>
      <p:sp>
        <p:nvSpPr>
          <p:cNvPr id="394" name="Shape 336"/>
          <p:cNvSpPr/>
          <p:nvPr/>
        </p:nvSpPr>
        <p:spPr>
          <a:xfrm>
            <a:off x="5884037" y="1906270"/>
            <a:ext cx="198882" cy="164592"/>
          </a:xfrm>
          <a:prstGeom prst="rect">
            <a:avLst/>
          </a:prstGeom>
          <a:solidFill>
            <a:srgbClr val="00B050"/>
          </a:solidFill>
          <a:ln w="6350">
            <a:solidFill>
              <a:srgbClr val="666666"/>
            </a:solidFill>
            <a:prstDash val="solid"/>
          </a:ln>
        </p:spPr>
      </p:sp>
      <p:sp>
        <p:nvSpPr>
          <p:cNvPr id="395" name="Shape 337"/>
          <p:cNvSpPr/>
          <p:nvPr/>
        </p:nvSpPr>
        <p:spPr>
          <a:xfrm>
            <a:off x="6082919" y="1906270"/>
            <a:ext cx="198882" cy="164592"/>
          </a:xfrm>
          <a:prstGeom prst="rect">
            <a:avLst/>
          </a:prstGeom>
          <a:solidFill>
            <a:srgbClr val="00B050"/>
          </a:solidFill>
          <a:ln w="6350">
            <a:solidFill>
              <a:srgbClr val="666666"/>
            </a:solidFill>
            <a:prstDash val="solid"/>
          </a:ln>
        </p:spPr>
      </p:sp>
      <p:sp>
        <p:nvSpPr>
          <p:cNvPr id="396" name="Shape 338"/>
          <p:cNvSpPr/>
          <p:nvPr/>
        </p:nvSpPr>
        <p:spPr>
          <a:xfrm>
            <a:off x="6281801" y="1906270"/>
            <a:ext cx="198882" cy="164592"/>
          </a:xfrm>
          <a:prstGeom prst="rect">
            <a:avLst/>
          </a:prstGeom>
          <a:solidFill>
            <a:schemeClr val="bg1"/>
          </a:solidFill>
          <a:ln w="6350">
            <a:solidFill>
              <a:srgbClr val="666666"/>
            </a:solidFill>
            <a:prstDash val="solid"/>
          </a:ln>
        </p:spPr>
      </p:sp>
      <p:sp>
        <p:nvSpPr>
          <p:cNvPr id="397" name="Shape 339"/>
          <p:cNvSpPr/>
          <p:nvPr/>
        </p:nvSpPr>
        <p:spPr>
          <a:xfrm>
            <a:off x="6480683" y="1906270"/>
            <a:ext cx="198882" cy="164592"/>
          </a:xfrm>
          <a:prstGeom prst="rect">
            <a:avLst/>
          </a:prstGeom>
          <a:solidFill>
            <a:schemeClr val="bg1"/>
          </a:solidFill>
          <a:ln w="6350">
            <a:solidFill>
              <a:srgbClr val="666666"/>
            </a:solidFill>
            <a:prstDash val="solid"/>
          </a:ln>
        </p:spPr>
      </p:sp>
      <p:sp>
        <p:nvSpPr>
          <p:cNvPr id="398" name="Shape 340"/>
          <p:cNvSpPr/>
          <p:nvPr/>
        </p:nvSpPr>
        <p:spPr>
          <a:xfrm>
            <a:off x="6679565" y="1906270"/>
            <a:ext cx="198882" cy="164592"/>
          </a:xfrm>
          <a:prstGeom prst="rect">
            <a:avLst/>
          </a:prstGeom>
          <a:solidFill>
            <a:schemeClr val="bg1"/>
          </a:solidFill>
          <a:ln w="6350">
            <a:solidFill>
              <a:srgbClr val="666666"/>
            </a:solidFill>
            <a:prstDash val="solid"/>
          </a:ln>
        </p:spPr>
      </p:sp>
      <p:sp>
        <p:nvSpPr>
          <p:cNvPr id="399" name="Shape 341"/>
          <p:cNvSpPr/>
          <p:nvPr/>
        </p:nvSpPr>
        <p:spPr>
          <a:xfrm>
            <a:off x="6878447" y="1906270"/>
            <a:ext cx="198882" cy="164592"/>
          </a:xfrm>
          <a:prstGeom prst="rect">
            <a:avLst/>
          </a:prstGeom>
          <a:solidFill>
            <a:schemeClr val="bg1"/>
          </a:solidFill>
          <a:ln w="6350">
            <a:solidFill>
              <a:srgbClr val="666666"/>
            </a:solidFill>
            <a:prstDash val="solid"/>
          </a:ln>
        </p:spPr>
      </p:sp>
      <p:sp>
        <p:nvSpPr>
          <p:cNvPr id="400" name="Shape 342"/>
          <p:cNvSpPr/>
          <p:nvPr/>
        </p:nvSpPr>
        <p:spPr>
          <a:xfrm>
            <a:off x="7077329" y="1906270"/>
            <a:ext cx="198882" cy="164592"/>
          </a:xfrm>
          <a:prstGeom prst="rect">
            <a:avLst/>
          </a:prstGeom>
          <a:solidFill>
            <a:schemeClr val="bg1"/>
          </a:solidFill>
          <a:ln w="6350">
            <a:solidFill>
              <a:srgbClr val="666666"/>
            </a:solidFill>
            <a:prstDash val="solid"/>
          </a:ln>
        </p:spPr>
      </p:sp>
      <p:sp>
        <p:nvSpPr>
          <p:cNvPr id="401" name="Shape 343"/>
          <p:cNvSpPr/>
          <p:nvPr/>
        </p:nvSpPr>
        <p:spPr>
          <a:xfrm>
            <a:off x="7276211" y="1906270"/>
            <a:ext cx="198882" cy="164592"/>
          </a:xfrm>
          <a:prstGeom prst="rect">
            <a:avLst/>
          </a:prstGeom>
          <a:solidFill>
            <a:schemeClr val="bg1"/>
          </a:solidFill>
          <a:ln w="6350">
            <a:solidFill>
              <a:srgbClr val="666666"/>
            </a:solidFill>
            <a:prstDash val="solid"/>
          </a:ln>
        </p:spPr>
      </p:sp>
      <p:sp>
        <p:nvSpPr>
          <p:cNvPr id="402" name="Shape 344"/>
          <p:cNvSpPr/>
          <p:nvPr/>
        </p:nvSpPr>
        <p:spPr>
          <a:xfrm>
            <a:off x="7475093" y="1906270"/>
            <a:ext cx="198882" cy="164592"/>
          </a:xfrm>
          <a:prstGeom prst="rect">
            <a:avLst/>
          </a:prstGeom>
          <a:solidFill>
            <a:schemeClr val="bg1"/>
          </a:solidFill>
          <a:ln w="6350">
            <a:solidFill>
              <a:srgbClr val="666666"/>
            </a:solidFill>
            <a:prstDash val="solid"/>
          </a:ln>
        </p:spPr>
      </p:sp>
      <p:sp>
        <p:nvSpPr>
          <p:cNvPr id="403" name="Shape 345"/>
          <p:cNvSpPr/>
          <p:nvPr/>
        </p:nvSpPr>
        <p:spPr>
          <a:xfrm>
            <a:off x="7673975" y="1906270"/>
            <a:ext cx="198882" cy="164592"/>
          </a:xfrm>
          <a:prstGeom prst="rect">
            <a:avLst/>
          </a:prstGeom>
          <a:solidFill>
            <a:schemeClr val="bg1"/>
          </a:solidFill>
          <a:ln w="6350">
            <a:solidFill>
              <a:srgbClr val="666666"/>
            </a:solidFill>
            <a:prstDash val="solid"/>
          </a:ln>
        </p:spPr>
      </p:sp>
      <p:sp>
        <p:nvSpPr>
          <p:cNvPr id="404" name="Shape 346"/>
          <p:cNvSpPr/>
          <p:nvPr/>
        </p:nvSpPr>
        <p:spPr>
          <a:xfrm>
            <a:off x="7872857" y="1906270"/>
            <a:ext cx="198882" cy="164592"/>
          </a:xfrm>
          <a:prstGeom prst="rect">
            <a:avLst/>
          </a:prstGeom>
          <a:solidFill>
            <a:schemeClr val="bg1"/>
          </a:solidFill>
          <a:ln w="6350">
            <a:solidFill>
              <a:srgbClr val="666666"/>
            </a:solidFill>
            <a:prstDash val="solid"/>
          </a:ln>
        </p:spPr>
      </p:sp>
      <p:sp>
        <p:nvSpPr>
          <p:cNvPr id="405" name="Shape 347"/>
          <p:cNvSpPr/>
          <p:nvPr/>
        </p:nvSpPr>
        <p:spPr>
          <a:xfrm>
            <a:off x="8071739" y="1906270"/>
            <a:ext cx="198882" cy="164592"/>
          </a:xfrm>
          <a:prstGeom prst="rect">
            <a:avLst/>
          </a:prstGeom>
          <a:solidFill>
            <a:schemeClr val="bg1"/>
          </a:solidFill>
          <a:ln w="6350">
            <a:solidFill>
              <a:srgbClr val="666666"/>
            </a:solidFill>
            <a:prstDash val="solid"/>
          </a:ln>
        </p:spPr>
      </p:sp>
      <p:sp>
        <p:nvSpPr>
          <p:cNvPr id="406" name="Shape 348"/>
          <p:cNvSpPr/>
          <p:nvPr/>
        </p:nvSpPr>
        <p:spPr>
          <a:xfrm>
            <a:off x="8270621" y="1906270"/>
            <a:ext cx="198882" cy="164592"/>
          </a:xfrm>
          <a:prstGeom prst="rect">
            <a:avLst/>
          </a:prstGeom>
          <a:solidFill>
            <a:schemeClr val="bg1"/>
          </a:solidFill>
          <a:ln w="6350">
            <a:solidFill>
              <a:srgbClr val="666666"/>
            </a:solidFill>
            <a:prstDash val="solid"/>
          </a:ln>
        </p:spPr>
      </p:sp>
      <p:sp>
        <p:nvSpPr>
          <p:cNvPr id="407" name="Shape 349"/>
          <p:cNvSpPr/>
          <p:nvPr/>
        </p:nvSpPr>
        <p:spPr>
          <a:xfrm>
            <a:off x="8469503" y="1906270"/>
            <a:ext cx="198882" cy="164592"/>
          </a:xfrm>
          <a:prstGeom prst="rect">
            <a:avLst/>
          </a:prstGeom>
          <a:solidFill>
            <a:schemeClr val="bg1"/>
          </a:solidFill>
          <a:ln w="6350">
            <a:solidFill>
              <a:srgbClr val="666666"/>
            </a:solidFill>
            <a:prstDash val="solid"/>
          </a:ln>
        </p:spPr>
      </p:sp>
      <p:sp>
        <p:nvSpPr>
          <p:cNvPr id="408" name="Shape 350"/>
          <p:cNvSpPr/>
          <p:nvPr/>
        </p:nvSpPr>
        <p:spPr>
          <a:xfrm>
            <a:off x="754380" y="2070862"/>
            <a:ext cx="754380" cy="329184"/>
          </a:xfrm>
          <a:prstGeom prst="rect">
            <a:avLst/>
          </a:prstGeom>
          <a:solidFill>
            <a:srgbClr val="FFFFFF"/>
          </a:solidFill>
          <a:ln w="6350">
            <a:solidFill>
              <a:srgbClr val="666666"/>
            </a:solidFill>
            <a:prstDash val="solid"/>
          </a:ln>
        </p:spPr>
      </p:sp>
      <p:sp>
        <p:nvSpPr>
          <p:cNvPr id="409" name="Text 351"/>
          <p:cNvSpPr/>
          <p:nvPr/>
        </p:nvSpPr>
        <p:spPr>
          <a:xfrm>
            <a:off x="754380" y="2070862"/>
            <a:ext cx="754380" cy="329184"/>
          </a:xfrm>
          <a:prstGeom prst="rect">
            <a:avLst/>
          </a:prstGeom>
          <a:noFill/>
        </p:spPr>
        <p:txBody>
          <a:bodyPr wrap="square" lIns="0" tIns="38100" rIns="0" bIns="0" rtlCol="0" anchor="ctr"/>
          <a:lstStyle/>
          <a:p>
            <a:r>
              <a:rPr lang="en-US" sz="56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  </a:t>
            </a:r>
            <a:r>
              <a:rPr lang="en-US" sz="565" b="1" dirty="0" smtClean="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EXPERIMENTAL</a:t>
            </a:r>
          </a:p>
          <a:p>
            <a:r>
              <a:rPr lang="en-US" sz="56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 </a:t>
            </a:r>
            <a:r>
              <a:rPr lang="en-US" sz="565" b="1" dirty="0" smtClean="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 EVALUATION</a:t>
            </a:r>
          </a:p>
        </p:txBody>
      </p:sp>
      <p:sp>
        <p:nvSpPr>
          <p:cNvPr id="410" name="Shape 356"/>
          <p:cNvSpPr/>
          <p:nvPr/>
        </p:nvSpPr>
        <p:spPr>
          <a:xfrm>
            <a:off x="1508633" y="2070862"/>
            <a:ext cx="198882" cy="164592"/>
          </a:xfrm>
          <a:prstGeom prst="rect">
            <a:avLst/>
          </a:prstGeom>
          <a:solidFill>
            <a:srgbClr val="FFFFFF"/>
          </a:solidFill>
          <a:ln w="6350">
            <a:solidFill>
              <a:srgbClr val="666666"/>
            </a:solidFill>
            <a:prstDash val="solid"/>
          </a:ln>
        </p:spPr>
      </p:sp>
      <p:sp>
        <p:nvSpPr>
          <p:cNvPr id="411" name="Shape 357"/>
          <p:cNvSpPr/>
          <p:nvPr/>
        </p:nvSpPr>
        <p:spPr>
          <a:xfrm>
            <a:off x="1707515" y="2070862"/>
            <a:ext cx="198882" cy="164592"/>
          </a:xfrm>
          <a:prstGeom prst="rect">
            <a:avLst/>
          </a:prstGeom>
          <a:solidFill>
            <a:schemeClr val="bg1"/>
          </a:solidFill>
          <a:ln w="6350">
            <a:solidFill>
              <a:srgbClr val="666666"/>
            </a:solidFill>
            <a:prstDash val="solid"/>
          </a:ln>
        </p:spPr>
      </p:sp>
      <p:sp>
        <p:nvSpPr>
          <p:cNvPr id="412" name="Shape 358"/>
          <p:cNvSpPr/>
          <p:nvPr/>
        </p:nvSpPr>
        <p:spPr>
          <a:xfrm>
            <a:off x="1906397" y="2070862"/>
            <a:ext cx="198882" cy="164592"/>
          </a:xfrm>
          <a:prstGeom prst="rect">
            <a:avLst/>
          </a:prstGeom>
          <a:solidFill>
            <a:schemeClr val="bg1"/>
          </a:solidFill>
          <a:ln w="6350">
            <a:solidFill>
              <a:srgbClr val="666666"/>
            </a:solidFill>
            <a:prstDash val="solid"/>
          </a:ln>
        </p:spPr>
      </p:sp>
      <p:sp>
        <p:nvSpPr>
          <p:cNvPr id="413" name="Shape 359"/>
          <p:cNvSpPr/>
          <p:nvPr/>
        </p:nvSpPr>
        <p:spPr>
          <a:xfrm>
            <a:off x="2105279" y="2070862"/>
            <a:ext cx="198882" cy="164592"/>
          </a:xfrm>
          <a:prstGeom prst="rect">
            <a:avLst/>
          </a:prstGeom>
          <a:solidFill>
            <a:schemeClr val="bg1"/>
          </a:solidFill>
          <a:ln w="6350">
            <a:solidFill>
              <a:srgbClr val="666666"/>
            </a:solidFill>
            <a:prstDash val="solid"/>
          </a:ln>
        </p:spPr>
      </p:sp>
      <p:sp>
        <p:nvSpPr>
          <p:cNvPr id="414" name="Shape 360"/>
          <p:cNvSpPr/>
          <p:nvPr/>
        </p:nvSpPr>
        <p:spPr>
          <a:xfrm>
            <a:off x="2304161" y="2070862"/>
            <a:ext cx="198882" cy="164592"/>
          </a:xfrm>
          <a:prstGeom prst="rect">
            <a:avLst/>
          </a:prstGeom>
          <a:solidFill>
            <a:schemeClr val="bg1"/>
          </a:solidFill>
          <a:ln w="6350">
            <a:solidFill>
              <a:srgbClr val="666666"/>
            </a:solidFill>
            <a:prstDash val="solid"/>
          </a:ln>
        </p:spPr>
      </p:sp>
      <p:sp>
        <p:nvSpPr>
          <p:cNvPr id="415" name="Shape 361"/>
          <p:cNvSpPr/>
          <p:nvPr/>
        </p:nvSpPr>
        <p:spPr>
          <a:xfrm>
            <a:off x="2503043" y="2070862"/>
            <a:ext cx="198882" cy="164592"/>
          </a:xfrm>
          <a:prstGeom prst="rect">
            <a:avLst/>
          </a:prstGeom>
          <a:solidFill>
            <a:schemeClr val="bg1"/>
          </a:solidFill>
          <a:ln w="6350">
            <a:solidFill>
              <a:srgbClr val="666666"/>
            </a:solidFill>
            <a:prstDash val="solid"/>
          </a:ln>
        </p:spPr>
      </p:sp>
      <p:sp>
        <p:nvSpPr>
          <p:cNvPr id="416" name="Shape 362"/>
          <p:cNvSpPr/>
          <p:nvPr/>
        </p:nvSpPr>
        <p:spPr>
          <a:xfrm>
            <a:off x="2701925" y="2070862"/>
            <a:ext cx="198882" cy="164592"/>
          </a:xfrm>
          <a:prstGeom prst="rect">
            <a:avLst/>
          </a:prstGeom>
          <a:solidFill>
            <a:schemeClr val="bg1"/>
          </a:solidFill>
          <a:ln w="6350">
            <a:solidFill>
              <a:srgbClr val="666666"/>
            </a:solidFill>
            <a:prstDash val="solid"/>
          </a:ln>
        </p:spPr>
      </p:sp>
      <p:sp>
        <p:nvSpPr>
          <p:cNvPr id="417" name="Shape 363"/>
          <p:cNvSpPr/>
          <p:nvPr/>
        </p:nvSpPr>
        <p:spPr>
          <a:xfrm>
            <a:off x="2900807" y="2070862"/>
            <a:ext cx="198882" cy="164592"/>
          </a:xfrm>
          <a:prstGeom prst="rect">
            <a:avLst/>
          </a:prstGeom>
          <a:solidFill>
            <a:schemeClr val="bg1"/>
          </a:solidFill>
          <a:ln w="6350">
            <a:solidFill>
              <a:srgbClr val="666666"/>
            </a:solidFill>
            <a:prstDash val="solid"/>
          </a:ln>
        </p:spPr>
      </p:sp>
      <p:sp>
        <p:nvSpPr>
          <p:cNvPr id="418" name="Shape 364"/>
          <p:cNvSpPr/>
          <p:nvPr/>
        </p:nvSpPr>
        <p:spPr>
          <a:xfrm>
            <a:off x="3099689" y="2070862"/>
            <a:ext cx="198882" cy="164592"/>
          </a:xfrm>
          <a:prstGeom prst="rect">
            <a:avLst/>
          </a:prstGeom>
          <a:solidFill>
            <a:schemeClr val="bg1"/>
          </a:solidFill>
          <a:ln w="6350">
            <a:solidFill>
              <a:srgbClr val="666666"/>
            </a:solidFill>
            <a:prstDash val="solid"/>
          </a:ln>
        </p:spPr>
      </p:sp>
      <p:sp>
        <p:nvSpPr>
          <p:cNvPr id="419" name="Shape 365"/>
          <p:cNvSpPr/>
          <p:nvPr/>
        </p:nvSpPr>
        <p:spPr>
          <a:xfrm>
            <a:off x="3298571" y="2070862"/>
            <a:ext cx="198882" cy="164592"/>
          </a:xfrm>
          <a:prstGeom prst="rect">
            <a:avLst/>
          </a:prstGeom>
          <a:solidFill>
            <a:schemeClr val="bg1"/>
          </a:solidFill>
          <a:ln w="6350">
            <a:solidFill>
              <a:srgbClr val="666666"/>
            </a:solidFill>
            <a:prstDash val="solid"/>
          </a:ln>
        </p:spPr>
      </p:sp>
      <p:sp>
        <p:nvSpPr>
          <p:cNvPr id="420" name="Shape 366"/>
          <p:cNvSpPr/>
          <p:nvPr/>
        </p:nvSpPr>
        <p:spPr>
          <a:xfrm>
            <a:off x="3497453" y="2070862"/>
            <a:ext cx="198882" cy="164592"/>
          </a:xfrm>
          <a:prstGeom prst="rect">
            <a:avLst/>
          </a:prstGeom>
          <a:solidFill>
            <a:schemeClr val="bg1"/>
          </a:solidFill>
          <a:ln w="6350">
            <a:solidFill>
              <a:srgbClr val="666666"/>
            </a:solidFill>
            <a:prstDash val="solid"/>
          </a:ln>
        </p:spPr>
      </p:sp>
      <p:sp>
        <p:nvSpPr>
          <p:cNvPr id="421" name="Shape 367"/>
          <p:cNvSpPr/>
          <p:nvPr/>
        </p:nvSpPr>
        <p:spPr>
          <a:xfrm>
            <a:off x="3696335" y="2070862"/>
            <a:ext cx="198882" cy="164592"/>
          </a:xfrm>
          <a:prstGeom prst="rect">
            <a:avLst/>
          </a:prstGeom>
          <a:solidFill>
            <a:schemeClr val="bg1"/>
          </a:solidFill>
          <a:ln w="6350">
            <a:solidFill>
              <a:srgbClr val="666666"/>
            </a:solidFill>
            <a:prstDash val="solid"/>
          </a:ln>
        </p:spPr>
      </p:sp>
      <p:sp>
        <p:nvSpPr>
          <p:cNvPr id="422" name="Shape 368"/>
          <p:cNvSpPr/>
          <p:nvPr/>
        </p:nvSpPr>
        <p:spPr>
          <a:xfrm>
            <a:off x="3895217" y="2070862"/>
            <a:ext cx="198882" cy="164592"/>
          </a:xfrm>
          <a:prstGeom prst="rect">
            <a:avLst/>
          </a:prstGeom>
          <a:solidFill>
            <a:schemeClr val="bg1"/>
          </a:solidFill>
          <a:ln w="6350">
            <a:solidFill>
              <a:srgbClr val="666666"/>
            </a:solidFill>
            <a:prstDash val="solid"/>
          </a:ln>
          <a:extLst/>
        </p:spPr>
      </p:sp>
      <p:sp>
        <p:nvSpPr>
          <p:cNvPr id="423" name="Shape 369"/>
          <p:cNvSpPr/>
          <p:nvPr/>
        </p:nvSpPr>
        <p:spPr>
          <a:xfrm>
            <a:off x="4094099" y="2070862"/>
            <a:ext cx="198882" cy="164592"/>
          </a:xfrm>
          <a:prstGeom prst="rect">
            <a:avLst/>
          </a:prstGeom>
          <a:solidFill>
            <a:schemeClr val="bg1"/>
          </a:solidFill>
          <a:ln w="6350">
            <a:solidFill>
              <a:srgbClr val="666666"/>
            </a:solidFill>
            <a:prstDash val="solid"/>
          </a:ln>
          <a:extLst/>
        </p:spPr>
      </p:sp>
      <p:sp>
        <p:nvSpPr>
          <p:cNvPr id="424" name="Shape 370"/>
          <p:cNvSpPr/>
          <p:nvPr/>
        </p:nvSpPr>
        <p:spPr>
          <a:xfrm>
            <a:off x="4292981" y="2070862"/>
            <a:ext cx="198882" cy="164592"/>
          </a:xfrm>
          <a:prstGeom prst="rect">
            <a:avLst/>
          </a:prstGeom>
          <a:solidFill>
            <a:schemeClr val="bg1"/>
          </a:solidFill>
          <a:ln w="6350">
            <a:solidFill>
              <a:srgbClr val="666666"/>
            </a:solidFill>
            <a:prstDash val="solid"/>
          </a:ln>
          <a:extLst/>
        </p:spPr>
      </p:sp>
      <p:sp>
        <p:nvSpPr>
          <p:cNvPr id="425" name="Shape 371"/>
          <p:cNvSpPr/>
          <p:nvPr/>
        </p:nvSpPr>
        <p:spPr>
          <a:xfrm>
            <a:off x="4491863" y="2070862"/>
            <a:ext cx="198882" cy="164592"/>
          </a:xfrm>
          <a:prstGeom prst="rect">
            <a:avLst/>
          </a:prstGeom>
          <a:solidFill>
            <a:schemeClr val="bg1"/>
          </a:solidFill>
          <a:ln w="6350">
            <a:solidFill>
              <a:srgbClr val="666666"/>
            </a:solidFill>
            <a:prstDash val="solid"/>
          </a:ln>
          <a:extLst/>
        </p:spPr>
      </p:sp>
      <p:sp>
        <p:nvSpPr>
          <p:cNvPr id="426" name="Shape 372"/>
          <p:cNvSpPr/>
          <p:nvPr/>
        </p:nvSpPr>
        <p:spPr>
          <a:xfrm>
            <a:off x="4690745" y="2070862"/>
            <a:ext cx="198882" cy="164592"/>
          </a:xfrm>
          <a:prstGeom prst="rect">
            <a:avLst/>
          </a:prstGeom>
          <a:solidFill>
            <a:schemeClr val="bg1"/>
          </a:solidFill>
          <a:ln w="6350">
            <a:solidFill>
              <a:srgbClr val="666666"/>
            </a:solidFill>
            <a:prstDash val="solid"/>
          </a:ln>
        </p:spPr>
      </p:sp>
      <p:sp>
        <p:nvSpPr>
          <p:cNvPr id="427" name="Shape 373"/>
          <p:cNvSpPr/>
          <p:nvPr/>
        </p:nvSpPr>
        <p:spPr>
          <a:xfrm>
            <a:off x="4889627" y="2070862"/>
            <a:ext cx="198882" cy="164592"/>
          </a:xfrm>
          <a:prstGeom prst="rect">
            <a:avLst/>
          </a:prstGeom>
          <a:solidFill>
            <a:schemeClr val="bg1"/>
          </a:solidFill>
          <a:ln w="6350">
            <a:solidFill>
              <a:srgbClr val="666666"/>
            </a:solidFill>
            <a:prstDash val="solid"/>
          </a:ln>
        </p:spPr>
      </p:sp>
      <p:sp>
        <p:nvSpPr>
          <p:cNvPr id="428" name="Shape 374"/>
          <p:cNvSpPr/>
          <p:nvPr/>
        </p:nvSpPr>
        <p:spPr>
          <a:xfrm>
            <a:off x="5088509" y="2070862"/>
            <a:ext cx="198882" cy="164592"/>
          </a:xfrm>
          <a:prstGeom prst="rect">
            <a:avLst/>
          </a:prstGeom>
          <a:solidFill>
            <a:schemeClr val="bg1"/>
          </a:solidFill>
          <a:ln w="6350">
            <a:solidFill>
              <a:srgbClr val="666666"/>
            </a:solidFill>
            <a:prstDash val="solid"/>
          </a:ln>
        </p:spPr>
      </p:sp>
      <p:sp>
        <p:nvSpPr>
          <p:cNvPr id="429" name="Shape 375"/>
          <p:cNvSpPr/>
          <p:nvPr/>
        </p:nvSpPr>
        <p:spPr>
          <a:xfrm>
            <a:off x="5287391" y="2070862"/>
            <a:ext cx="198882" cy="164592"/>
          </a:xfrm>
          <a:prstGeom prst="rect">
            <a:avLst/>
          </a:prstGeom>
          <a:solidFill>
            <a:schemeClr val="bg1"/>
          </a:solidFill>
          <a:ln w="6350">
            <a:solidFill>
              <a:srgbClr val="666666"/>
            </a:solidFill>
            <a:prstDash val="solid"/>
          </a:ln>
        </p:spPr>
      </p:sp>
      <p:sp>
        <p:nvSpPr>
          <p:cNvPr id="430" name="Shape 376"/>
          <p:cNvSpPr/>
          <p:nvPr/>
        </p:nvSpPr>
        <p:spPr>
          <a:xfrm>
            <a:off x="5486273" y="2070862"/>
            <a:ext cx="198882" cy="164592"/>
          </a:xfrm>
          <a:prstGeom prst="rect">
            <a:avLst/>
          </a:prstGeom>
          <a:solidFill>
            <a:schemeClr val="bg1"/>
          </a:solidFill>
          <a:ln w="6350">
            <a:solidFill>
              <a:srgbClr val="666666"/>
            </a:solidFill>
            <a:prstDash val="solid"/>
          </a:ln>
        </p:spPr>
      </p:sp>
      <p:sp>
        <p:nvSpPr>
          <p:cNvPr id="431" name="Shape 377"/>
          <p:cNvSpPr/>
          <p:nvPr/>
        </p:nvSpPr>
        <p:spPr>
          <a:xfrm>
            <a:off x="5685155" y="2070862"/>
            <a:ext cx="198882" cy="164592"/>
          </a:xfrm>
          <a:prstGeom prst="rect">
            <a:avLst/>
          </a:prstGeom>
          <a:solidFill>
            <a:schemeClr val="bg1"/>
          </a:solidFill>
          <a:ln w="6350">
            <a:solidFill>
              <a:srgbClr val="666666"/>
            </a:solidFill>
            <a:prstDash val="solid"/>
          </a:ln>
        </p:spPr>
      </p:sp>
      <p:sp>
        <p:nvSpPr>
          <p:cNvPr id="432" name="Shape 378"/>
          <p:cNvSpPr/>
          <p:nvPr/>
        </p:nvSpPr>
        <p:spPr>
          <a:xfrm>
            <a:off x="5884037" y="2070862"/>
            <a:ext cx="198882" cy="164592"/>
          </a:xfrm>
          <a:prstGeom prst="rect">
            <a:avLst/>
          </a:prstGeom>
          <a:solidFill>
            <a:schemeClr val="bg1"/>
          </a:solidFill>
          <a:ln w="6350">
            <a:solidFill>
              <a:srgbClr val="666666"/>
            </a:solidFill>
            <a:prstDash val="solid"/>
          </a:ln>
        </p:spPr>
      </p:sp>
      <p:sp>
        <p:nvSpPr>
          <p:cNvPr id="433" name="Shape 379"/>
          <p:cNvSpPr/>
          <p:nvPr/>
        </p:nvSpPr>
        <p:spPr>
          <a:xfrm>
            <a:off x="6082919" y="2070862"/>
            <a:ext cx="198882" cy="164592"/>
          </a:xfrm>
          <a:prstGeom prst="rect">
            <a:avLst/>
          </a:prstGeom>
          <a:solidFill>
            <a:schemeClr val="bg1"/>
          </a:solidFill>
          <a:ln w="6350">
            <a:solidFill>
              <a:srgbClr val="666666"/>
            </a:solidFill>
            <a:prstDash val="solid"/>
          </a:ln>
        </p:spPr>
      </p:sp>
      <p:sp>
        <p:nvSpPr>
          <p:cNvPr id="434" name="Shape 380"/>
          <p:cNvSpPr/>
          <p:nvPr/>
        </p:nvSpPr>
        <p:spPr>
          <a:xfrm>
            <a:off x="6281801" y="2070862"/>
            <a:ext cx="198882" cy="164592"/>
          </a:xfrm>
          <a:prstGeom prst="rect">
            <a:avLst/>
          </a:prstGeom>
          <a:solidFill>
            <a:schemeClr val="bg1"/>
          </a:solidFill>
          <a:ln w="6350">
            <a:solidFill>
              <a:srgbClr val="666666"/>
            </a:solidFill>
            <a:prstDash val="solid"/>
          </a:ln>
        </p:spPr>
      </p:sp>
      <p:sp>
        <p:nvSpPr>
          <p:cNvPr id="435" name="Shape 381"/>
          <p:cNvSpPr/>
          <p:nvPr/>
        </p:nvSpPr>
        <p:spPr>
          <a:xfrm>
            <a:off x="6480683" y="2070862"/>
            <a:ext cx="198882" cy="164592"/>
          </a:xfrm>
          <a:prstGeom prst="rect">
            <a:avLst/>
          </a:prstGeom>
          <a:solidFill>
            <a:srgbClr val="FF0000"/>
          </a:solidFill>
          <a:ln w="6350">
            <a:solidFill>
              <a:srgbClr val="666666"/>
            </a:solidFill>
            <a:prstDash val="solid"/>
          </a:ln>
        </p:spPr>
      </p:sp>
      <p:sp>
        <p:nvSpPr>
          <p:cNvPr id="436" name="Shape 382"/>
          <p:cNvSpPr/>
          <p:nvPr/>
        </p:nvSpPr>
        <p:spPr>
          <a:xfrm>
            <a:off x="6679565" y="2070862"/>
            <a:ext cx="198882" cy="164592"/>
          </a:xfrm>
          <a:prstGeom prst="rect">
            <a:avLst/>
          </a:prstGeom>
          <a:solidFill>
            <a:srgbClr val="FF0000"/>
          </a:solidFill>
          <a:ln w="6350">
            <a:solidFill>
              <a:srgbClr val="666666"/>
            </a:solidFill>
            <a:prstDash val="solid"/>
          </a:ln>
        </p:spPr>
      </p:sp>
      <p:sp>
        <p:nvSpPr>
          <p:cNvPr id="437" name="Shape 383"/>
          <p:cNvSpPr/>
          <p:nvPr/>
        </p:nvSpPr>
        <p:spPr>
          <a:xfrm>
            <a:off x="6878447" y="2070862"/>
            <a:ext cx="198882" cy="164592"/>
          </a:xfrm>
          <a:prstGeom prst="rect">
            <a:avLst/>
          </a:prstGeom>
          <a:solidFill>
            <a:srgbClr val="FF0000"/>
          </a:solidFill>
          <a:ln w="6350">
            <a:solidFill>
              <a:srgbClr val="666666"/>
            </a:solidFill>
            <a:prstDash val="solid"/>
          </a:ln>
        </p:spPr>
      </p:sp>
      <p:sp>
        <p:nvSpPr>
          <p:cNvPr id="438" name="Shape 384"/>
          <p:cNvSpPr/>
          <p:nvPr/>
        </p:nvSpPr>
        <p:spPr>
          <a:xfrm>
            <a:off x="7077329" y="2070862"/>
            <a:ext cx="198882" cy="164592"/>
          </a:xfrm>
          <a:prstGeom prst="rect">
            <a:avLst/>
          </a:prstGeom>
          <a:solidFill>
            <a:srgbClr val="FF0000"/>
          </a:solidFill>
          <a:ln w="6350">
            <a:solidFill>
              <a:srgbClr val="666666"/>
            </a:solidFill>
            <a:prstDash val="solid"/>
          </a:ln>
        </p:spPr>
      </p:sp>
      <p:sp>
        <p:nvSpPr>
          <p:cNvPr id="439" name="Shape 385"/>
          <p:cNvSpPr/>
          <p:nvPr/>
        </p:nvSpPr>
        <p:spPr>
          <a:xfrm>
            <a:off x="7276211" y="2070862"/>
            <a:ext cx="198882" cy="164592"/>
          </a:xfrm>
          <a:prstGeom prst="rect">
            <a:avLst/>
          </a:prstGeom>
          <a:solidFill>
            <a:schemeClr val="bg1"/>
          </a:solidFill>
          <a:ln w="6350">
            <a:solidFill>
              <a:srgbClr val="666666"/>
            </a:solidFill>
            <a:prstDash val="solid"/>
          </a:ln>
        </p:spPr>
      </p:sp>
      <p:sp>
        <p:nvSpPr>
          <p:cNvPr id="440" name="Shape 386"/>
          <p:cNvSpPr/>
          <p:nvPr/>
        </p:nvSpPr>
        <p:spPr>
          <a:xfrm>
            <a:off x="7475093" y="2070862"/>
            <a:ext cx="198882" cy="164592"/>
          </a:xfrm>
          <a:prstGeom prst="rect">
            <a:avLst/>
          </a:prstGeom>
          <a:solidFill>
            <a:schemeClr val="bg1"/>
          </a:solidFill>
          <a:ln w="6350">
            <a:solidFill>
              <a:srgbClr val="666666"/>
            </a:solidFill>
            <a:prstDash val="solid"/>
          </a:ln>
        </p:spPr>
      </p:sp>
      <p:sp>
        <p:nvSpPr>
          <p:cNvPr id="441" name="Shape 387"/>
          <p:cNvSpPr/>
          <p:nvPr/>
        </p:nvSpPr>
        <p:spPr>
          <a:xfrm>
            <a:off x="7673975" y="2070862"/>
            <a:ext cx="198882" cy="164592"/>
          </a:xfrm>
          <a:prstGeom prst="rect">
            <a:avLst/>
          </a:prstGeom>
          <a:solidFill>
            <a:schemeClr val="bg1"/>
          </a:solidFill>
          <a:ln w="6350">
            <a:solidFill>
              <a:srgbClr val="666666"/>
            </a:solidFill>
            <a:prstDash val="solid"/>
          </a:ln>
        </p:spPr>
      </p:sp>
      <p:sp>
        <p:nvSpPr>
          <p:cNvPr id="442" name="Shape 388"/>
          <p:cNvSpPr/>
          <p:nvPr/>
        </p:nvSpPr>
        <p:spPr>
          <a:xfrm>
            <a:off x="7872857" y="2070862"/>
            <a:ext cx="198882" cy="164592"/>
          </a:xfrm>
          <a:prstGeom prst="rect">
            <a:avLst/>
          </a:prstGeom>
          <a:solidFill>
            <a:schemeClr val="bg1"/>
          </a:solidFill>
          <a:ln w="6350">
            <a:solidFill>
              <a:srgbClr val="666666"/>
            </a:solidFill>
            <a:prstDash val="solid"/>
          </a:ln>
        </p:spPr>
      </p:sp>
      <p:sp>
        <p:nvSpPr>
          <p:cNvPr id="443" name="Shape 389"/>
          <p:cNvSpPr/>
          <p:nvPr/>
        </p:nvSpPr>
        <p:spPr>
          <a:xfrm>
            <a:off x="8071739" y="2070862"/>
            <a:ext cx="198882" cy="164592"/>
          </a:xfrm>
          <a:prstGeom prst="rect">
            <a:avLst/>
          </a:prstGeom>
          <a:solidFill>
            <a:schemeClr val="bg1"/>
          </a:solidFill>
          <a:ln w="6350">
            <a:solidFill>
              <a:srgbClr val="666666"/>
            </a:solidFill>
            <a:prstDash val="solid"/>
          </a:ln>
        </p:spPr>
      </p:sp>
      <p:sp>
        <p:nvSpPr>
          <p:cNvPr id="444" name="Shape 390"/>
          <p:cNvSpPr/>
          <p:nvPr/>
        </p:nvSpPr>
        <p:spPr>
          <a:xfrm>
            <a:off x="8270621" y="2070862"/>
            <a:ext cx="198882" cy="164592"/>
          </a:xfrm>
          <a:prstGeom prst="rect">
            <a:avLst/>
          </a:prstGeom>
          <a:solidFill>
            <a:schemeClr val="bg1"/>
          </a:solidFill>
          <a:ln w="6350">
            <a:solidFill>
              <a:srgbClr val="666666"/>
            </a:solidFill>
            <a:prstDash val="solid"/>
          </a:ln>
        </p:spPr>
      </p:sp>
      <p:sp>
        <p:nvSpPr>
          <p:cNvPr id="445" name="Shape 391"/>
          <p:cNvSpPr/>
          <p:nvPr/>
        </p:nvSpPr>
        <p:spPr>
          <a:xfrm>
            <a:off x="8469503" y="2070862"/>
            <a:ext cx="198882" cy="164592"/>
          </a:xfrm>
          <a:prstGeom prst="rect">
            <a:avLst/>
          </a:prstGeom>
          <a:solidFill>
            <a:schemeClr val="bg1"/>
          </a:solidFill>
          <a:ln w="6350">
            <a:solidFill>
              <a:srgbClr val="666666"/>
            </a:solidFill>
            <a:prstDash val="solid"/>
          </a:ln>
        </p:spPr>
      </p:sp>
      <p:sp>
        <p:nvSpPr>
          <p:cNvPr id="446" name="Shape 396"/>
          <p:cNvSpPr/>
          <p:nvPr/>
        </p:nvSpPr>
        <p:spPr>
          <a:xfrm>
            <a:off x="1508633" y="2235454"/>
            <a:ext cx="198882" cy="164592"/>
          </a:xfrm>
          <a:prstGeom prst="rect">
            <a:avLst/>
          </a:prstGeom>
          <a:solidFill>
            <a:srgbClr val="FFFFFF"/>
          </a:solidFill>
          <a:ln w="6350">
            <a:solidFill>
              <a:srgbClr val="666666"/>
            </a:solidFill>
            <a:prstDash val="solid"/>
          </a:ln>
        </p:spPr>
      </p:sp>
      <p:sp>
        <p:nvSpPr>
          <p:cNvPr id="447" name="Shape 397"/>
          <p:cNvSpPr/>
          <p:nvPr/>
        </p:nvSpPr>
        <p:spPr>
          <a:xfrm>
            <a:off x="1707515" y="2235454"/>
            <a:ext cx="198882" cy="164592"/>
          </a:xfrm>
          <a:prstGeom prst="rect">
            <a:avLst/>
          </a:prstGeom>
          <a:solidFill>
            <a:schemeClr val="bg1"/>
          </a:solidFill>
          <a:ln w="6350">
            <a:solidFill>
              <a:srgbClr val="666666"/>
            </a:solidFill>
            <a:prstDash val="solid"/>
          </a:ln>
        </p:spPr>
      </p:sp>
      <p:sp>
        <p:nvSpPr>
          <p:cNvPr id="448" name="Shape 398"/>
          <p:cNvSpPr/>
          <p:nvPr/>
        </p:nvSpPr>
        <p:spPr>
          <a:xfrm>
            <a:off x="1906397" y="2235454"/>
            <a:ext cx="198882" cy="164592"/>
          </a:xfrm>
          <a:prstGeom prst="rect">
            <a:avLst/>
          </a:prstGeom>
          <a:solidFill>
            <a:schemeClr val="bg1"/>
          </a:solidFill>
          <a:ln w="6350">
            <a:solidFill>
              <a:srgbClr val="666666"/>
            </a:solidFill>
            <a:prstDash val="solid"/>
          </a:ln>
        </p:spPr>
      </p:sp>
      <p:sp>
        <p:nvSpPr>
          <p:cNvPr id="449" name="Shape 399"/>
          <p:cNvSpPr/>
          <p:nvPr/>
        </p:nvSpPr>
        <p:spPr>
          <a:xfrm>
            <a:off x="2105279" y="2235454"/>
            <a:ext cx="198882" cy="164592"/>
          </a:xfrm>
          <a:prstGeom prst="rect">
            <a:avLst/>
          </a:prstGeom>
          <a:solidFill>
            <a:schemeClr val="bg1"/>
          </a:solidFill>
          <a:ln w="6350">
            <a:solidFill>
              <a:srgbClr val="666666"/>
            </a:solidFill>
            <a:prstDash val="solid"/>
          </a:ln>
        </p:spPr>
      </p:sp>
      <p:sp>
        <p:nvSpPr>
          <p:cNvPr id="450" name="Shape 400"/>
          <p:cNvSpPr/>
          <p:nvPr/>
        </p:nvSpPr>
        <p:spPr>
          <a:xfrm>
            <a:off x="2304161" y="2235454"/>
            <a:ext cx="198882" cy="164592"/>
          </a:xfrm>
          <a:prstGeom prst="rect">
            <a:avLst/>
          </a:prstGeom>
          <a:solidFill>
            <a:schemeClr val="bg1"/>
          </a:solidFill>
          <a:ln w="6350">
            <a:solidFill>
              <a:srgbClr val="666666"/>
            </a:solidFill>
            <a:prstDash val="solid"/>
          </a:ln>
        </p:spPr>
      </p:sp>
      <p:sp>
        <p:nvSpPr>
          <p:cNvPr id="451" name="Shape 401"/>
          <p:cNvSpPr/>
          <p:nvPr/>
        </p:nvSpPr>
        <p:spPr>
          <a:xfrm>
            <a:off x="2503043" y="2235454"/>
            <a:ext cx="198882" cy="164592"/>
          </a:xfrm>
          <a:prstGeom prst="rect">
            <a:avLst/>
          </a:prstGeom>
          <a:solidFill>
            <a:schemeClr val="bg1"/>
          </a:solidFill>
          <a:ln w="6350">
            <a:solidFill>
              <a:srgbClr val="666666"/>
            </a:solidFill>
            <a:prstDash val="solid"/>
          </a:ln>
        </p:spPr>
      </p:sp>
      <p:sp>
        <p:nvSpPr>
          <p:cNvPr id="452" name="Shape 402"/>
          <p:cNvSpPr/>
          <p:nvPr/>
        </p:nvSpPr>
        <p:spPr>
          <a:xfrm>
            <a:off x="2701925" y="2235454"/>
            <a:ext cx="198882" cy="164592"/>
          </a:xfrm>
          <a:prstGeom prst="rect">
            <a:avLst/>
          </a:prstGeom>
          <a:solidFill>
            <a:schemeClr val="bg1"/>
          </a:solidFill>
          <a:ln w="6350">
            <a:solidFill>
              <a:srgbClr val="666666"/>
            </a:solidFill>
            <a:prstDash val="solid"/>
          </a:ln>
        </p:spPr>
      </p:sp>
      <p:sp>
        <p:nvSpPr>
          <p:cNvPr id="453" name="Shape 403"/>
          <p:cNvSpPr/>
          <p:nvPr/>
        </p:nvSpPr>
        <p:spPr>
          <a:xfrm>
            <a:off x="2900807" y="2235454"/>
            <a:ext cx="198882" cy="164592"/>
          </a:xfrm>
          <a:prstGeom prst="rect">
            <a:avLst/>
          </a:prstGeom>
          <a:solidFill>
            <a:schemeClr val="bg1"/>
          </a:solidFill>
          <a:ln w="6350">
            <a:solidFill>
              <a:srgbClr val="666666"/>
            </a:solidFill>
            <a:prstDash val="solid"/>
          </a:ln>
        </p:spPr>
      </p:sp>
      <p:sp>
        <p:nvSpPr>
          <p:cNvPr id="454" name="Shape 404"/>
          <p:cNvSpPr/>
          <p:nvPr/>
        </p:nvSpPr>
        <p:spPr>
          <a:xfrm>
            <a:off x="3099689" y="2235454"/>
            <a:ext cx="198882" cy="164592"/>
          </a:xfrm>
          <a:prstGeom prst="rect">
            <a:avLst/>
          </a:prstGeom>
          <a:solidFill>
            <a:schemeClr val="bg1"/>
          </a:solidFill>
          <a:ln w="6350">
            <a:solidFill>
              <a:srgbClr val="666666"/>
            </a:solidFill>
            <a:prstDash val="solid"/>
          </a:ln>
        </p:spPr>
      </p:sp>
      <p:sp>
        <p:nvSpPr>
          <p:cNvPr id="455" name="Shape 405"/>
          <p:cNvSpPr/>
          <p:nvPr/>
        </p:nvSpPr>
        <p:spPr>
          <a:xfrm>
            <a:off x="3298571" y="2235454"/>
            <a:ext cx="198882" cy="164592"/>
          </a:xfrm>
          <a:prstGeom prst="rect">
            <a:avLst/>
          </a:prstGeom>
          <a:solidFill>
            <a:schemeClr val="bg1"/>
          </a:solidFill>
          <a:ln w="6350">
            <a:solidFill>
              <a:srgbClr val="666666"/>
            </a:solidFill>
            <a:prstDash val="solid"/>
          </a:ln>
        </p:spPr>
      </p:sp>
      <p:sp>
        <p:nvSpPr>
          <p:cNvPr id="456" name="Shape 406"/>
          <p:cNvSpPr/>
          <p:nvPr/>
        </p:nvSpPr>
        <p:spPr>
          <a:xfrm>
            <a:off x="3497453" y="2235454"/>
            <a:ext cx="198882" cy="164592"/>
          </a:xfrm>
          <a:prstGeom prst="rect">
            <a:avLst/>
          </a:prstGeom>
          <a:solidFill>
            <a:schemeClr val="bg1"/>
          </a:solidFill>
          <a:ln w="6350">
            <a:solidFill>
              <a:srgbClr val="666666"/>
            </a:solidFill>
            <a:prstDash val="solid"/>
          </a:ln>
        </p:spPr>
      </p:sp>
      <p:sp>
        <p:nvSpPr>
          <p:cNvPr id="457" name="Shape 407"/>
          <p:cNvSpPr/>
          <p:nvPr/>
        </p:nvSpPr>
        <p:spPr>
          <a:xfrm>
            <a:off x="3696335" y="2235454"/>
            <a:ext cx="198882" cy="164592"/>
          </a:xfrm>
          <a:prstGeom prst="rect">
            <a:avLst/>
          </a:prstGeom>
          <a:solidFill>
            <a:schemeClr val="bg1"/>
          </a:solidFill>
          <a:ln w="6350">
            <a:solidFill>
              <a:srgbClr val="666666"/>
            </a:solidFill>
            <a:prstDash val="solid"/>
          </a:ln>
        </p:spPr>
      </p:sp>
      <p:sp>
        <p:nvSpPr>
          <p:cNvPr id="458" name="Shape 408"/>
          <p:cNvSpPr/>
          <p:nvPr/>
        </p:nvSpPr>
        <p:spPr>
          <a:xfrm>
            <a:off x="3895217" y="2235454"/>
            <a:ext cx="198882" cy="164592"/>
          </a:xfrm>
          <a:prstGeom prst="rect">
            <a:avLst/>
          </a:prstGeom>
          <a:solidFill>
            <a:schemeClr val="bg1"/>
          </a:solidFill>
          <a:ln w="6350">
            <a:solidFill>
              <a:srgbClr val="666666"/>
            </a:solidFill>
            <a:prstDash val="solid"/>
          </a:ln>
        </p:spPr>
      </p:sp>
      <p:sp>
        <p:nvSpPr>
          <p:cNvPr id="459" name="Shape 409"/>
          <p:cNvSpPr/>
          <p:nvPr/>
        </p:nvSpPr>
        <p:spPr>
          <a:xfrm>
            <a:off x="4094099" y="2235454"/>
            <a:ext cx="198882" cy="164592"/>
          </a:xfrm>
          <a:prstGeom prst="rect">
            <a:avLst/>
          </a:prstGeom>
          <a:solidFill>
            <a:schemeClr val="bg1"/>
          </a:solidFill>
          <a:ln w="6350">
            <a:solidFill>
              <a:srgbClr val="666666"/>
            </a:solidFill>
            <a:prstDash val="solid"/>
          </a:ln>
        </p:spPr>
      </p:sp>
      <p:sp>
        <p:nvSpPr>
          <p:cNvPr id="460" name="Shape 410"/>
          <p:cNvSpPr/>
          <p:nvPr/>
        </p:nvSpPr>
        <p:spPr>
          <a:xfrm>
            <a:off x="4292981" y="2235454"/>
            <a:ext cx="198882" cy="164592"/>
          </a:xfrm>
          <a:prstGeom prst="rect">
            <a:avLst/>
          </a:prstGeom>
          <a:solidFill>
            <a:schemeClr val="bg1"/>
          </a:solidFill>
          <a:ln w="6350">
            <a:solidFill>
              <a:srgbClr val="666666"/>
            </a:solidFill>
            <a:prstDash val="solid"/>
          </a:ln>
          <a:extLst/>
        </p:spPr>
      </p:sp>
      <p:sp>
        <p:nvSpPr>
          <p:cNvPr id="461" name="Shape 411"/>
          <p:cNvSpPr/>
          <p:nvPr/>
        </p:nvSpPr>
        <p:spPr>
          <a:xfrm>
            <a:off x="4491863" y="2235454"/>
            <a:ext cx="198882" cy="164592"/>
          </a:xfrm>
          <a:prstGeom prst="rect">
            <a:avLst/>
          </a:prstGeom>
          <a:solidFill>
            <a:schemeClr val="bg1"/>
          </a:solidFill>
          <a:ln w="6350">
            <a:solidFill>
              <a:srgbClr val="666666"/>
            </a:solidFill>
            <a:prstDash val="solid"/>
          </a:ln>
          <a:extLst/>
        </p:spPr>
      </p:sp>
      <p:sp>
        <p:nvSpPr>
          <p:cNvPr id="462" name="Shape 412"/>
          <p:cNvSpPr/>
          <p:nvPr/>
        </p:nvSpPr>
        <p:spPr>
          <a:xfrm>
            <a:off x="4690745" y="2235454"/>
            <a:ext cx="198882" cy="164592"/>
          </a:xfrm>
          <a:prstGeom prst="rect">
            <a:avLst/>
          </a:prstGeom>
          <a:solidFill>
            <a:schemeClr val="bg1"/>
          </a:solidFill>
          <a:ln w="6350">
            <a:solidFill>
              <a:srgbClr val="666666"/>
            </a:solidFill>
            <a:prstDash val="solid"/>
          </a:ln>
          <a:extLst/>
        </p:spPr>
      </p:sp>
      <p:sp>
        <p:nvSpPr>
          <p:cNvPr id="463" name="Shape 413"/>
          <p:cNvSpPr/>
          <p:nvPr/>
        </p:nvSpPr>
        <p:spPr>
          <a:xfrm>
            <a:off x="4889627" y="2235454"/>
            <a:ext cx="198882" cy="164592"/>
          </a:xfrm>
          <a:prstGeom prst="rect">
            <a:avLst/>
          </a:prstGeom>
          <a:solidFill>
            <a:schemeClr val="bg1"/>
          </a:solidFill>
          <a:ln w="6350">
            <a:solidFill>
              <a:srgbClr val="666666"/>
            </a:solidFill>
            <a:prstDash val="solid"/>
          </a:ln>
          <a:extLst/>
        </p:spPr>
      </p:sp>
      <p:sp>
        <p:nvSpPr>
          <p:cNvPr id="464" name="Shape 414"/>
          <p:cNvSpPr/>
          <p:nvPr/>
        </p:nvSpPr>
        <p:spPr>
          <a:xfrm>
            <a:off x="5088509" y="2235454"/>
            <a:ext cx="198882" cy="164592"/>
          </a:xfrm>
          <a:prstGeom prst="rect">
            <a:avLst/>
          </a:prstGeom>
          <a:solidFill>
            <a:schemeClr val="bg1"/>
          </a:solidFill>
          <a:ln w="6350">
            <a:solidFill>
              <a:srgbClr val="666666"/>
            </a:solidFill>
            <a:prstDash val="solid"/>
          </a:ln>
          <a:extLst/>
        </p:spPr>
      </p:sp>
      <p:sp>
        <p:nvSpPr>
          <p:cNvPr id="465" name="Shape 415"/>
          <p:cNvSpPr/>
          <p:nvPr/>
        </p:nvSpPr>
        <p:spPr>
          <a:xfrm>
            <a:off x="5287391" y="2235454"/>
            <a:ext cx="198882" cy="164592"/>
          </a:xfrm>
          <a:prstGeom prst="rect">
            <a:avLst/>
          </a:prstGeom>
          <a:solidFill>
            <a:schemeClr val="bg1"/>
          </a:solidFill>
          <a:ln w="6350">
            <a:solidFill>
              <a:srgbClr val="666666"/>
            </a:solidFill>
            <a:prstDash val="solid"/>
          </a:ln>
          <a:extLst/>
        </p:spPr>
      </p:sp>
      <p:sp>
        <p:nvSpPr>
          <p:cNvPr id="466" name="Shape 416"/>
          <p:cNvSpPr/>
          <p:nvPr/>
        </p:nvSpPr>
        <p:spPr>
          <a:xfrm>
            <a:off x="5486273" y="2235454"/>
            <a:ext cx="198882" cy="164592"/>
          </a:xfrm>
          <a:prstGeom prst="rect">
            <a:avLst/>
          </a:prstGeom>
          <a:solidFill>
            <a:schemeClr val="bg1"/>
          </a:solidFill>
          <a:ln w="6350">
            <a:solidFill>
              <a:srgbClr val="666666"/>
            </a:solidFill>
            <a:prstDash val="solid"/>
          </a:ln>
        </p:spPr>
      </p:sp>
      <p:sp>
        <p:nvSpPr>
          <p:cNvPr id="467" name="Shape 417"/>
          <p:cNvSpPr/>
          <p:nvPr/>
        </p:nvSpPr>
        <p:spPr>
          <a:xfrm>
            <a:off x="5685155" y="2235454"/>
            <a:ext cx="198882" cy="164592"/>
          </a:xfrm>
          <a:prstGeom prst="rect">
            <a:avLst/>
          </a:prstGeom>
          <a:solidFill>
            <a:schemeClr val="bg1"/>
          </a:solidFill>
          <a:ln w="6350">
            <a:solidFill>
              <a:srgbClr val="666666"/>
            </a:solidFill>
            <a:prstDash val="solid"/>
          </a:ln>
        </p:spPr>
      </p:sp>
      <p:sp>
        <p:nvSpPr>
          <p:cNvPr id="468" name="Shape 418"/>
          <p:cNvSpPr/>
          <p:nvPr/>
        </p:nvSpPr>
        <p:spPr>
          <a:xfrm>
            <a:off x="5884037" y="2235454"/>
            <a:ext cx="198882" cy="164592"/>
          </a:xfrm>
          <a:prstGeom prst="rect">
            <a:avLst/>
          </a:prstGeom>
          <a:solidFill>
            <a:schemeClr val="bg1"/>
          </a:solidFill>
          <a:ln w="6350">
            <a:solidFill>
              <a:srgbClr val="666666"/>
            </a:solidFill>
            <a:prstDash val="solid"/>
          </a:ln>
        </p:spPr>
      </p:sp>
      <p:sp>
        <p:nvSpPr>
          <p:cNvPr id="469" name="Shape 419"/>
          <p:cNvSpPr/>
          <p:nvPr/>
        </p:nvSpPr>
        <p:spPr>
          <a:xfrm>
            <a:off x="6082919" y="2235454"/>
            <a:ext cx="198882" cy="164592"/>
          </a:xfrm>
          <a:prstGeom prst="rect">
            <a:avLst/>
          </a:prstGeom>
          <a:solidFill>
            <a:schemeClr val="bg1"/>
          </a:solidFill>
          <a:ln w="6350">
            <a:solidFill>
              <a:srgbClr val="666666"/>
            </a:solidFill>
            <a:prstDash val="solid"/>
          </a:ln>
        </p:spPr>
      </p:sp>
      <p:sp>
        <p:nvSpPr>
          <p:cNvPr id="470" name="Shape 420"/>
          <p:cNvSpPr/>
          <p:nvPr/>
        </p:nvSpPr>
        <p:spPr>
          <a:xfrm>
            <a:off x="6281801" y="2235454"/>
            <a:ext cx="198882" cy="164592"/>
          </a:xfrm>
          <a:prstGeom prst="rect">
            <a:avLst/>
          </a:prstGeom>
          <a:solidFill>
            <a:schemeClr val="bg1"/>
          </a:solidFill>
          <a:ln w="6350">
            <a:solidFill>
              <a:srgbClr val="666666"/>
            </a:solidFill>
            <a:prstDash val="solid"/>
          </a:ln>
        </p:spPr>
      </p:sp>
      <p:sp>
        <p:nvSpPr>
          <p:cNvPr id="471" name="Shape 421"/>
          <p:cNvSpPr/>
          <p:nvPr/>
        </p:nvSpPr>
        <p:spPr>
          <a:xfrm>
            <a:off x="6480683" y="2235454"/>
            <a:ext cx="198882" cy="164592"/>
          </a:xfrm>
          <a:prstGeom prst="rect">
            <a:avLst/>
          </a:prstGeom>
          <a:solidFill>
            <a:schemeClr val="bg1"/>
          </a:solidFill>
          <a:ln w="6350">
            <a:solidFill>
              <a:srgbClr val="666666"/>
            </a:solidFill>
            <a:prstDash val="solid"/>
          </a:ln>
        </p:spPr>
      </p:sp>
      <p:sp>
        <p:nvSpPr>
          <p:cNvPr id="472" name="Shape 422"/>
          <p:cNvSpPr/>
          <p:nvPr/>
        </p:nvSpPr>
        <p:spPr>
          <a:xfrm>
            <a:off x="6679565" y="2235454"/>
            <a:ext cx="198882" cy="164592"/>
          </a:xfrm>
          <a:prstGeom prst="rect">
            <a:avLst/>
          </a:prstGeom>
          <a:solidFill>
            <a:schemeClr val="bg1"/>
          </a:solidFill>
          <a:ln w="6350">
            <a:solidFill>
              <a:srgbClr val="666666"/>
            </a:solidFill>
            <a:prstDash val="solid"/>
          </a:ln>
        </p:spPr>
      </p:sp>
      <p:sp>
        <p:nvSpPr>
          <p:cNvPr id="473" name="Shape 423"/>
          <p:cNvSpPr/>
          <p:nvPr/>
        </p:nvSpPr>
        <p:spPr>
          <a:xfrm>
            <a:off x="6878447" y="2235454"/>
            <a:ext cx="198882" cy="164592"/>
          </a:xfrm>
          <a:prstGeom prst="rect">
            <a:avLst/>
          </a:prstGeom>
          <a:solidFill>
            <a:schemeClr val="bg1"/>
          </a:solidFill>
          <a:ln w="6350">
            <a:solidFill>
              <a:srgbClr val="666666"/>
            </a:solidFill>
            <a:prstDash val="solid"/>
          </a:ln>
        </p:spPr>
      </p:sp>
      <p:sp>
        <p:nvSpPr>
          <p:cNvPr id="474" name="Shape 424"/>
          <p:cNvSpPr/>
          <p:nvPr/>
        </p:nvSpPr>
        <p:spPr>
          <a:xfrm>
            <a:off x="7077329" y="2235454"/>
            <a:ext cx="198882" cy="164592"/>
          </a:xfrm>
          <a:prstGeom prst="rect">
            <a:avLst/>
          </a:prstGeom>
          <a:solidFill>
            <a:schemeClr val="bg1"/>
          </a:solidFill>
          <a:ln w="6350">
            <a:solidFill>
              <a:srgbClr val="666666"/>
            </a:solidFill>
            <a:prstDash val="solid"/>
          </a:ln>
        </p:spPr>
      </p:sp>
      <p:sp>
        <p:nvSpPr>
          <p:cNvPr id="475" name="Shape 425"/>
          <p:cNvSpPr/>
          <p:nvPr/>
        </p:nvSpPr>
        <p:spPr>
          <a:xfrm>
            <a:off x="7276211" y="2235454"/>
            <a:ext cx="198882" cy="164592"/>
          </a:xfrm>
          <a:prstGeom prst="rect">
            <a:avLst/>
          </a:prstGeom>
          <a:solidFill>
            <a:schemeClr val="bg1"/>
          </a:solidFill>
          <a:ln w="6350">
            <a:solidFill>
              <a:srgbClr val="666666"/>
            </a:solidFill>
            <a:prstDash val="solid"/>
          </a:ln>
        </p:spPr>
      </p:sp>
      <p:sp>
        <p:nvSpPr>
          <p:cNvPr id="476" name="Shape 426"/>
          <p:cNvSpPr/>
          <p:nvPr/>
        </p:nvSpPr>
        <p:spPr>
          <a:xfrm>
            <a:off x="7475093" y="2235454"/>
            <a:ext cx="198882" cy="164592"/>
          </a:xfrm>
          <a:prstGeom prst="rect">
            <a:avLst/>
          </a:prstGeom>
          <a:solidFill>
            <a:schemeClr val="bg1"/>
          </a:solidFill>
          <a:ln w="6350">
            <a:solidFill>
              <a:srgbClr val="666666"/>
            </a:solidFill>
            <a:prstDash val="solid"/>
          </a:ln>
        </p:spPr>
      </p:sp>
      <p:sp>
        <p:nvSpPr>
          <p:cNvPr id="477" name="Shape 427"/>
          <p:cNvSpPr/>
          <p:nvPr/>
        </p:nvSpPr>
        <p:spPr>
          <a:xfrm>
            <a:off x="7673975" y="2235454"/>
            <a:ext cx="198882" cy="164592"/>
          </a:xfrm>
          <a:prstGeom prst="rect">
            <a:avLst/>
          </a:prstGeom>
          <a:solidFill>
            <a:schemeClr val="bg1"/>
          </a:solidFill>
          <a:ln w="6350">
            <a:solidFill>
              <a:srgbClr val="666666"/>
            </a:solidFill>
            <a:prstDash val="solid"/>
          </a:ln>
        </p:spPr>
      </p:sp>
      <p:sp>
        <p:nvSpPr>
          <p:cNvPr id="478" name="Shape 428"/>
          <p:cNvSpPr/>
          <p:nvPr/>
        </p:nvSpPr>
        <p:spPr>
          <a:xfrm>
            <a:off x="7872857" y="2235454"/>
            <a:ext cx="198882" cy="164592"/>
          </a:xfrm>
          <a:prstGeom prst="rect">
            <a:avLst/>
          </a:prstGeom>
          <a:solidFill>
            <a:schemeClr val="bg1"/>
          </a:solidFill>
          <a:ln w="6350">
            <a:solidFill>
              <a:srgbClr val="666666"/>
            </a:solidFill>
            <a:prstDash val="solid"/>
          </a:ln>
        </p:spPr>
      </p:sp>
      <p:sp>
        <p:nvSpPr>
          <p:cNvPr id="479" name="Shape 429"/>
          <p:cNvSpPr/>
          <p:nvPr/>
        </p:nvSpPr>
        <p:spPr>
          <a:xfrm>
            <a:off x="8071739" y="2235454"/>
            <a:ext cx="198882" cy="164592"/>
          </a:xfrm>
          <a:prstGeom prst="rect">
            <a:avLst/>
          </a:prstGeom>
          <a:solidFill>
            <a:schemeClr val="bg1"/>
          </a:solidFill>
          <a:ln w="6350">
            <a:solidFill>
              <a:srgbClr val="666666"/>
            </a:solidFill>
            <a:prstDash val="solid"/>
          </a:ln>
        </p:spPr>
      </p:sp>
      <p:sp>
        <p:nvSpPr>
          <p:cNvPr id="480" name="Shape 430"/>
          <p:cNvSpPr/>
          <p:nvPr/>
        </p:nvSpPr>
        <p:spPr>
          <a:xfrm>
            <a:off x="8270621" y="2235454"/>
            <a:ext cx="198882" cy="164592"/>
          </a:xfrm>
          <a:prstGeom prst="rect">
            <a:avLst/>
          </a:prstGeom>
          <a:solidFill>
            <a:schemeClr val="bg1"/>
          </a:solidFill>
          <a:ln w="6350">
            <a:solidFill>
              <a:srgbClr val="666666"/>
            </a:solidFill>
            <a:prstDash val="solid"/>
          </a:ln>
        </p:spPr>
      </p:sp>
      <p:sp>
        <p:nvSpPr>
          <p:cNvPr id="481" name="Shape 431"/>
          <p:cNvSpPr/>
          <p:nvPr/>
        </p:nvSpPr>
        <p:spPr>
          <a:xfrm>
            <a:off x="8469503" y="2235454"/>
            <a:ext cx="198882" cy="164592"/>
          </a:xfrm>
          <a:prstGeom prst="rect">
            <a:avLst/>
          </a:prstGeom>
          <a:solidFill>
            <a:schemeClr val="bg1"/>
          </a:solidFill>
          <a:ln w="6350">
            <a:solidFill>
              <a:srgbClr val="666666"/>
            </a:solidFill>
            <a:prstDash val="solid"/>
          </a:ln>
        </p:spPr>
      </p:sp>
      <p:sp>
        <p:nvSpPr>
          <p:cNvPr id="482" name="Shape 432"/>
          <p:cNvSpPr/>
          <p:nvPr/>
        </p:nvSpPr>
        <p:spPr>
          <a:xfrm>
            <a:off x="754380" y="2400046"/>
            <a:ext cx="754380" cy="329184"/>
          </a:xfrm>
          <a:prstGeom prst="rect">
            <a:avLst/>
          </a:prstGeom>
          <a:solidFill>
            <a:srgbClr val="F2F2F2"/>
          </a:solidFill>
          <a:ln w="6350">
            <a:solidFill>
              <a:srgbClr val="666666"/>
            </a:solidFill>
            <a:prstDash val="solid"/>
          </a:ln>
        </p:spPr>
      </p:sp>
      <p:sp>
        <p:nvSpPr>
          <p:cNvPr id="483" name="Text 433"/>
          <p:cNvSpPr/>
          <p:nvPr/>
        </p:nvSpPr>
        <p:spPr>
          <a:xfrm>
            <a:off x="754380" y="2400046"/>
            <a:ext cx="754380" cy="329184"/>
          </a:xfrm>
          <a:prstGeom prst="rect">
            <a:avLst/>
          </a:prstGeom>
          <a:noFill/>
        </p:spPr>
        <p:txBody>
          <a:bodyPr wrap="square" lIns="0" tIns="38100" rIns="0" bIns="0" rtlCol="0" anchor="ctr"/>
          <a:lstStyle/>
          <a:p>
            <a:r>
              <a:rPr lang="en-US" sz="56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  </a:t>
            </a:r>
            <a:r>
              <a:rPr lang="en-US" sz="565" b="1" dirty="0" smtClean="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RESULT </a:t>
            </a:r>
          </a:p>
          <a:p>
            <a:r>
              <a:rPr lang="en-US" sz="565" b="1" dirty="0">
                <a:solidFill>
                  <a:srgbClr val="000000"/>
                </a:solidFill>
                <a:latin typeface="Times New Roman" panose="02020603050405020304" pitchFamily="18" charset="0"/>
                <a:cs typeface="Times New Roman" panose="02020603050405020304" pitchFamily="34" charset="-120"/>
              </a:rPr>
              <a:t> </a:t>
            </a:r>
            <a:r>
              <a:rPr lang="en-US" sz="565" b="1" dirty="0" smtClean="0">
                <a:solidFill>
                  <a:srgbClr val="000000"/>
                </a:solidFill>
                <a:latin typeface="Times New Roman" panose="02020603050405020304" pitchFamily="18" charset="0"/>
                <a:cs typeface="Times New Roman" panose="02020603050405020304" pitchFamily="34" charset="-120"/>
              </a:rPr>
              <a:t> ANALYSIS</a:t>
            </a:r>
            <a:endParaRPr lang="en-US" sz="565" dirty="0"/>
          </a:p>
        </p:txBody>
      </p:sp>
      <p:sp>
        <p:nvSpPr>
          <p:cNvPr id="484" name="Shape 438"/>
          <p:cNvSpPr/>
          <p:nvPr/>
        </p:nvSpPr>
        <p:spPr>
          <a:xfrm>
            <a:off x="1508633" y="2400046"/>
            <a:ext cx="198882" cy="164592"/>
          </a:xfrm>
          <a:prstGeom prst="rect">
            <a:avLst/>
          </a:prstGeom>
          <a:solidFill>
            <a:srgbClr val="F2F2F2"/>
          </a:solidFill>
          <a:ln w="6350">
            <a:solidFill>
              <a:srgbClr val="666666"/>
            </a:solidFill>
            <a:prstDash val="solid"/>
          </a:ln>
        </p:spPr>
      </p:sp>
      <p:sp>
        <p:nvSpPr>
          <p:cNvPr id="485" name="Shape 439"/>
          <p:cNvSpPr/>
          <p:nvPr/>
        </p:nvSpPr>
        <p:spPr>
          <a:xfrm>
            <a:off x="1707515" y="2400046"/>
            <a:ext cx="198882" cy="164592"/>
          </a:xfrm>
          <a:prstGeom prst="rect">
            <a:avLst/>
          </a:prstGeom>
          <a:solidFill>
            <a:schemeClr val="bg1"/>
          </a:solidFill>
          <a:ln w="6350">
            <a:solidFill>
              <a:srgbClr val="666666"/>
            </a:solidFill>
            <a:prstDash val="solid"/>
          </a:ln>
        </p:spPr>
      </p:sp>
      <p:sp>
        <p:nvSpPr>
          <p:cNvPr id="486" name="Shape 440"/>
          <p:cNvSpPr/>
          <p:nvPr/>
        </p:nvSpPr>
        <p:spPr>
          <a:xfrm>
            <a:off x="1906397" y="2400046"/>
            <a:ext cx="198882" cy="164592"/>
          </a:xfrm>
          <a:prstGeom prst="rect">
            <a:avLst/>
          </a:prstGeom>
          <a:solidFill>
            <a:schemeClr val="bg1"/>
          </a:solidFill>
          <a:ln w="6350">
            <a:solidFill>
              <a:srgbClr val="666666"/>
            </a:solidFill>
            <a:prstDash val="solid"/>
          </a:ln>
        </p:spPr>
      </p:sp>
      <p:sp>
        <p:nvSpPr>
          <p:cNvPr id="487" name="Shape 441"/>
          <p:cNvSpPr/>
          <p:nvPr/>
        </p:nvSpPr>
        <p:spPr>
          <a:xfrm>
            <a:off x="2105279" y="2400046"/>
            <a:ext cx="198882" cy="164592"/>
          </a:xfrm>
          <a:prstGeom prst="rect">
            <a:avLst/>
          </a:prstGeom>
          <a:solidFill>
            <a:schemeClr val="bg1"/>
          </a:solidFill>
          <a:ln w="6350">
            <a:solidFill>
              <a:srgbClr val="666666"/>
            </a:solidFill>
            <a:prstDash val="solid"/>
          </a:ln>
        </p:spPr>
      </p:sp>
      <p:sp>
        <p:nvSpPr>
          <p:cNvPr id="488" name="Shape 442"/>
          <p:cNvSpPr/>
          <p:nvPr/>
        </p:nvSpPr>
        <p:spPr>
          <a:xfrm>
            <a:off x="2304161" y="2400046"/>
            <a:ext cx="198882" cy="164592"/>
          </a:xfrm>
          <a:prstGeom prst="rect">
            <a:avLst/>
          </a:prstGeom>
          <a:solidFill>
            <a:schemeClr val="bg1"/>
          </a:solidFill>
          <a:ln w="6350">
            <a:solidFill>
              <a:srgbClr val="666666"/>
            </a:solidFill>
            <a:prstDash val="solid"/>
          </a:ln>
        </p:spPr>
      </p:sp>
      <p:sp>
        <p:nvSpPr>
          <p:cNvPr id="489" name="Shape 443"/>
          <p:cNvSpPr/>
          <p:nvPr/>
        </p:nvSpPr>
        <p:spPr>
          <a:xfrm>
            <a:off x="2503043" y="2400046"/>
            <a:ext cx="198882" cy="164592"/>
          </a:xfrm>
          <a:prstGeom prst="rect">
            <a:avLst/>
          </a:prstGeom>
          <a:solidFill>
            <a:schemeClr val="bg1"/>
          </a:solidFill>
          <a:ln w="6350">
            <a:solidFill>
              <a:srgbClr val="666666"/>
            </a:solidFill>
            <a:prstDash val="solid"/>
          </a:ln>
        </p:spPr>
      </p:sp>
      <p:sp>
        <p:nvSpPr>
          <p:cNvPr id="490" name="Shape 444"/>
          <p:cNvSpPr/>
          <p:nvPr/>
        </p:nvSpPr>
        <p:spPr>
          <a:xfrm>
            <a:off x="2701925" y="2400046"/>
            <a:ext cx="198882" cy="164592"/>
          </a:xfrm>
          <a:prstGeom prst="rect">
            <a:avLst/>
          </a:prstGeom>
          <a:solidFill>
            <a:schemeClr val="bg1"/>
          </a:solidFill>
          <a:ln w="6350">
            <a:solidFill>
              <a:srgbClr val="666666"/>
            </a:solidFill>
            <a:prstDash val="solid"/>
          </a:ln>
        </p:spPr>
      </p:sp>
      <p:sp>
        <p:nvSpPr>
          <p:cNvPr id="491" name="Shape 445"/>
          <p:cNvSpPr/>
          <p:nvPr/>
        </p:nvSpPr>
        <p:spPr>
          <a:xfrm>
            <a:off x="2900807" y="2400046"/>
            <a:ext cx="198882" cy="164592"/>
          </a:xfrm>
          <a:prstGeom prst="rect">
            <a:avLst/>
          </a:prstGeom>
          <a:solidFill>
            <a:schemeClr val="bg1"/>
          </a:solidFill>
          <a:ln w="6350">
            <a:solidFill>
              <a:srgbClr val="666666"/>
            </a:solidFill>
            <a:prstDash val="solid"/>
          </a:ln>
        </p:spPr>
      </p:sp>
      <p:sp>
        <p:nvSpPr>
          <p:cNvPr id="492" name="Shape 446"/>
          <p:cNvSpPr/>
          <p:nvPr/>
        </p:nvSpPr>
        <p:spPr>
          <a:xfrm>
            <a:off x="3099689" y="2400046"/>
            <a:ext cx="198882" cy="164592"/>
          </a:xfrm>
          <a:prstGeom prst="rect">
            <a:avLst/>
          </a:prstGeom>
          <a:solidFill>
            <a:schemeClr val="bg1"/>
          </a:solidFill>
          <a:ln w="6350">
            <a:solidFill>
              <a:srgbClr val="666666"/>
            </a:solidFill>
            <a:prstDash val="solid"/>
          </a:ln>
        </p:spPr>
      </p:sp>
      <p:sp>
        <p:nvSpPr>
          <p:cNvPr id="493" name="Shape 447"/>
          <p:cNvSpPr/>
          <p:nvPr/>
        </p:nvSpPr>
        <p:spPr>
          <a:xfrm>
            <a:off x="3298571" y="2400046"/>
            <a:ext cx="198882" cy="164592"/>
          </a:xfrm>
          <a:prstGeom prst="rect">
            <a:avLst/>
          </a:prstGeom>
          <a:solidFill>
            <a:schemeClr val="bg1"/>
          </a:solidFill>
          <a:ln w="6350">
            <a:solidFill>
              <a:srgbClr val="666666"/>
            </a:solidFill>
            <a:prstDash val="solid"/>
          </a:ln>
        </p:spPr>
      </p:sp>
      <p:sp>
        <p:nvSpPr>
          <p:cNvPr id="494" name="Shape 448"/>
          <p:cNvSpPr/>
          <p:nvPr/>
        </p:nvSpPr>
        <p:spPr>
          <a:xfrm>
            <a:off x="3497453" y="2400046"/>
            <a:ext cx="198882" cy="164592"/>
          </a:xfrm>
          <a:prstGeom prst="rect">
            <a:avLst/>
          </a:prstGeom>
          <a:solidFill>
            <a:schemeClr val="bg1"/>
          </a:solidFill>
          <a:ln w="6350">
            <a:solidFill>
              <a:srgbClr val="666666"/>
            </a:solidFill>
            <a:prstDash val="solid"/>
          </a:ln>
        </p:spPr>
      </p:sp>
      <p:sp>
        <p:nvSpPr>
          <p:cNvPr id="495" name="Shape 449"/>
          <p:cNvSpPr/>
          <p:nvPr/>
        </p:nvSpPr>
        <p:spPr>
          <a:xfrm>
            <a:off x="3696335" y="2400046"/>
            <a:ext cx="198882" cy="164592"/>
          </a:xfrm>
          <a:prstGeom prst="rect">
            <a:avLst/>
          </a:prstGeom>
          <a:solidFill>
            <a:schemeClr val="bg1"/>
          </a:solidFill>
          <a:ln w="6350">
            <a:solidFill>
              <a:srgbClr val="666666"/>
            </a:solidFill>
            <a:prstDash val="solid"/>
          </a:ln>
        </p:spPr>
      </p:sp>
      <p:sp>
        <p:nvSpPr>
          <p:cNvPr id="496" name="Shape 450"/>
          <p:cNvSpPr/>
          <p:nvPr/>
        </p:nvSpPr>
        <p:spPr>
          <a:xfrm>
            <a:off x="3895217" y="2400046"/>
            <a:ext cx="198882" cy="164592"/>
          </a:xfrm>
          <a:prstGeom prst="rect">
            <a:avLst/>
          </a:prstGeom>
          <a:solidFill>
            <a:schemeClr val="bg1"/>
          </a:solidFill>
          <a:ln w="6350">
            <a:solidFill>
              <a:srgbClr val="666666"/>
            </a:solidFill>
            <a:prstDash val="solid"/>
          </a:ln>
        </p:spPr>
      </p:sp>
      <p:sp>
        <p:nvSpPr>
          <p:cNvPr id="497" name="Shape 451"/>
          <p:cNvSpPr/>
          <p:nvPr/>
        </p:nvSpPr>
        <p:spPr>
          <a:xfrm>
            <a:off x="4094099" y="2400046"/>
            <a:ext cx="198882" cy="164592"/>
          </a:xfrm>
          <a:prstGeom prst="rect">
            <a:avLst/>
          </a:prstGeom>
          <a:solidFill>
            <a:schemeClr val="bg1"/>
          </a:solidFill>
          <a:ln w="6350">
            <a:solidFill>
              <a:srgbClr val="666666"/>
            </a:solidFill>
            <a:prstDash val="solid"/>
          </a:ln>
        </p:spPr>
      </p:sp>
      <p:sp>
        <p:nvSpPr>
          <p:cNvPr id="498" name="Shape 452"/>
          <p:cNvSpPr/>
          <p:nvPr/>
        </p:nvSpPr>
        <p:spPr>
          <a:xfrm>
            <a:off x="4292981" y="2400046"/>
            <a:ext cx="198882" cy="164592"/>
          </a:xfrm>
          <a:prstGeom prst="rect">
            <a:avLst/>
          </a:prstGeom>
          <a:solidFill>
            <a:schemeClr val="bg1"/>
          </a:solidFill>
          <a:ln w="6350">
            <a:solidFill>
              <a:srgbClr val="666666"/>
            </a:solidFill>
            <a:prstDash val="solid"/>
          </a:ln>
        </p:spPr>
      </p:sp>
      <p:sp>
        <p:nvSpPr>
          <p:cNvPr id="499" name="Shape 453"/>
          <p:cNvSpPr/>
          <p:nvPr/>
        </p:nvSpPr>
        <p:spPr>
          <a:xfrm>
            <a:off x="4491863" y="2400046"/>
            <a:ext cx="198882" cy="164592"/>
          </a:xfrm>
          <a:prstGeom prst="rect">
            <a:avLst/>
          </a:prstGeom>
          <a:solidFill>
            <a:schemeClr val="bg1"/>
          </a:solidFill>
          <a:ln w="6350">
            <a:solidFill>
              <a:srgbClr val="666666"/>
            </a:solidFill>
            <a:prstDash val="solid"/>
          </a:ln>
        </p:spPr>
      </p:sp>
      <p:sp>
        <p:nvSpPr>
          <p:cNvPr id="500" name="Shape 454"/>
          <p:cNvSpPr/>
          <p:nvPr/>
        </p:nvSpPr>
        <p:spPr>
          <a:xfrm>
            <a:off x="4690745" y="2400046"/>
            <a:ext cx="198882" cy="164592"/>
          </a:xfrm>
          <a:prstGeom prst="rect">
            <a:avLst/>
          </a:prstGeom>
          <a:solidFill>
            <a:schemeClr val="bg1"/>
          </a:solidFill>
          <a:ln w="6350">
            <a:solidFill>
              <a:srgbClr val="666666"/>
            </a:solidFill>
            <a:prstDash val="solid"/>
          </a:ln>
        </p:spPr>
      </p:sp>
      <p:sp>
        <p:nvSpPr>
          <p:cNvPr id="501" name="Shape 455"/>
          <p:cNvSpPr/>
          <p:nvPr/>
        </p:nvSpPr>
        <p:spPr>
          <a:xfrm>
            <a:off x="4889627" y="2400046"/>
            <a:ext cx="198882" cy="164592"/>
          </a:xfrm>
          <a:prstGeom prst="rect">
            <a:avLst/>
          </a:prstGeom>
          <a:solidFill>
            <a:schemeClr val="bg1"/>
          </a:solidFill>
          <a:ln w="6350">
            <a:solidFill>
              <a:srgbClr val="666666"/>
            </a:solidFill>
            <a:prstDash val="solid"/>
          </a:ln>
        </p:spPr>
      </p:sp>
      <p:sp>
        <p:nvSpPr>
          <p:cNvPr id="502" name="Shape 456"/>
          <p:cNvSpPr/>
          <p:nvPr/>
        </p:nvSpPr>
        <p:spPr>
          <a:xfrm>
            <a:off x="5088509" y="2400046"/>
            <a:ext cx="198882" cy="164592"/>
          </a:xfrm>
          <a:prstGeom prst="rect">
            <a:avLst/>
          </a:prstGeom>
          <a:solidFill>
            <a:schemeClr val="bg1"/>
          </a:solidFill>
          <a:ln w="6350">
            <a:solidFill>
              <a:srgbClr val="666666"/>
            </a:solidFill>
            <a:prstDash val="solid"/>
          </a:ln>
        </p:spPr>
      </p:sp>
      <p:sp>
        <p:nvSpPr>
          <p:cNvPr id="503" name="Shape 457"/>
          <p:cNvSpPr/>
          <p:nvPr/>
        </p:nvSpPr>
        <p:spPr>
          <a:xfrm>
            <a:off x="5287391" y="2400046"/>
            <a:ext cx="198882" cy="164592"/>
          </a:xfrm>
          <a:prstGeom prst="rect">
            <a:avLst/>
          </a:prstGeom>
          <a:solidFill>
            <a:schemeClr val="bg1"/>
          </a:solidFill>
          <a:ln w="6350">
            <a:solidFill>
              <a:srgbClr val="666666"/>
            </a:solidFill>
            <a:prstDash val="solid"/>
          </a:ln>
        </p:spPr>
      </p:sp>
      <p:sp>
        <p:nvSpPr>
          <p:cNvPr id="504" name="Shape 458"/>
          <p:cNvSpPr/>
          <p:nvPr/>
        </p:nvSpPr>
        <p:spPr>
          <a:xfrm>
            <a:off x="5486273" y="2400046"/>
            <a:ext cx="198882" cy="164592"/>
          </a:xfrm>
          <a:prstGeom prst="rect">
            <a:avLst/>
          </a:prstGeom>
          <a:solidFill>
            <a:schemeClr val="bg1"/>
          </a:solidFill>
          <a:ln w="6350">
            <a:solidFill>
              <a:srgbClr val="666666"/>
            </a:solidFill>
            <a:prstDash val="solid"/>
          </a:ln>
          <a:extLst/>
        </p:spPr>
      </p:sp>
      <p:sp>
        <p:nvSpPr>
          <p:cNvPr id="505" name="Shape 459"/>
          <p:cNvSpPr/>
          <p:nvPr/>
        </p:nvSpPr>
        <p:spPr>
          <a:xfrm>
            <a:off x="5685155" y="2400046"/>
            <a:ext cx="198882" cy="164592"/>
          </a:xfrm>
          <a:prstGeom prst="rect">
            <a:avLst/>
          </a:prstGeom>
          <a:solidFill>
            <a:schemeClr val="bg1"/>
          </a:solidFill>
          <a:ln w="6350">
            <a:solidFill>
              <a:srgbClr val="666666"/>
            </a:solidFill>
            <a:prstDash val="solid"/>
          </a:ln>
          <a:extLst/>
        </p:spPr>
      </p:sp>
      <p:sp>
        <p:nvSpPr>
          <p:cNvPr id="506" name="Shape 460"/>
          <p:cNvSpPr/>
          <p:nvPr/>
        </p:nvSpPr>
        <p:spPr>
          <a:xfrm>
            <a:off x="5884037" y="2400046"/>
            <a:ext cx="198882" cy="164592"/>
          </a:xfrm>
          <a:prstGeom prst="rect">
            <a:avLst/>
          </a:prstGeom>
          <a:solidFill>
            <a:schemeClr val="bg1"/>
          </a:solidFill>
          <a:ln w="6350">
            <a:solidFill>
              <a:srgbClr val="666666"/>
            </a:solidFill>
            <a:prstDash val="solid"/>
          </a:ln>
          <a:extLst/>
        </p:spPr>
      </p:sp>
      <p:sp>
        <p:nvSpPr>
          <p:cNvPr id="507" name="Shape 461"/>
          <p:cNvSpPr/>
          <p:nvPr/>
        </p:nvSpPr>
        <p:spPr>
          <a:xfrm>
            <a:off x="6082919" y="2400046"/>
            <a:ext cx="198882" cy="164592"/>
          </a:xfrm>
          <a:prstGeom prst="rect">
            <a:avLst/>
          </a:prstGeom>
          <a:solidFill>
            <a:schemeClr val="bg1"/>
          </a:solidFill>
          <a:ln w="6350">
            <a:solidFill>
              <a:srgbClr val="666666"/>
            </a:solidFill>
            <a:prstDash val="solid"/>
          </a:ln>
          <a:extLst/>
        </p:spPr>
      </p:sp>
      <p:sp>
        <p:nvSpPr>
          <p:cNvPr id="508" name="Shape 462"/>
          <p:cNvSpPr/>
          <p:nvPr/>
        </p:nvSpPr>
        <p:spPr>
          <a:xfrm>
            <a:off x="6281801" y="2400046"/>
            <a:ext cx="198882" cy="164592"/>
          </a:xfrm>
          <a:prstGeom prst="rect">
            <a:avLst/>
          </a:prstGeom>
          <a:solidFill>
            <a:schemeClr val="bg1"/>
          </a:solidFill>
          <a:ln w="6350">
            <a:solidFill>
              <a:srgbClr val="666666"/>
            </a:solidFill>
            <a:prstDash val="solid"/>
          </a:ln>
        </p:spPr>
      </p:sp>
      <p:sp>
        <p:nvSpPr>
          <p:cNvPr id="509" name="Shape 463"/>
          <p:cNvSpPr/>
          <p:nvPr/>
        </p:nvSpPr>
        <p:spPr>
          <a:xfrm>
            <a:off x="6480683" y="2400046"/>
            <a:ext cx="198882" cy="164592"/>
          </a:xfrm>
          <a:prstGeom prst="rect">
            <a:avLst/>
          </a:prstGeom>
          <a:solidFill>
            <a:schemeClr val="bg1"/>
          </a:solidFill>
          <a:ln w="6350">
            <a:solidFill>
              <a:srgbClr val="666666"/>
            </a:solidFill>
            <a:prstDash val="solid"/>
          </a:ln>
        </p:spPr>
      </p:sp>
      <p:sp>
        <p:nvSpPr>
          <p:cNvPr id="510" name="Shape 464"/>
          <p:cNvSpPr/>
          <p:nvPr/>
        </p:nvSpPr>
        <p:spPr>
          <a:xfrm>
            <a:off x="6679565" y="2400046"/>
            <a:ext cx="198882" cy="164592"/>
          </a:xfrm>
          <a:prstGeom prst="rect">
            <a:avLst/>
          </a:prstGeom>
          <a:solidFill>
            <a:schemeClr val="bg1"/>
          </a:solidFill>
          <a:ln w="6350">
            <a:solidFill>
              <a:srgbClr val="666666"/>
            </a:solidFill>
            <a:prstDash val="solid"/>
          </a:ln>
        </p:spPr>
      </p:sp>
      <p:sp>
        <p:nvSpPr>
          <p:cNvPr id="511" name="Shape 465"/>
          <p:cNvSpPr/>
          <p:nvPr/>
        </p:nvSpPr>
        <p:spPr>
          <a:xfrm>
            <a:off x="6878447" y="2400046"/>
            <a:ext cx="198882" cy="164592"/>
          </a:xfrm>
          <a:prstGeom prst="rect">
            <a:avLst/>
          </a:prstGeom>
          <a:solidFill>
            <a:schemeClr val="bg1"/>
          </a:solidFill>
          <a:ln w="6350">
            <a:solidFill>
              <a:srgbClr val="666666"/>
            </a:solidFill>
            <a:prstDash val="solid"/>
          </a:ln>
        </p:spPr>
      </p:sp>
      <p:sp>
        <p:nvSpPr>
          <p:cNvPr id="512" name="Shape 466"/>
          <p:cNvSpPr/>
          <p:nvPr/>
        </p:nvSpPr>
        <p:spPr>
          <a:xfrm>
            <a:off x="7077329" y="2400046"/>
            <a:ext cx="198882" cy="164592"/>
          </a:xfrm>
          <a:prstGeom prst="rect">
            <a:avLst/>
          </a:prstGeom>
          <a:solidFill>
            <a:schemeClr val="bg1"/>
          </a:solidFill>
          <a:ln w="6350">
            <a:solidFill>
              <a:srgbClr val="666666"/>
            </a:solidFill>
            <a:prstDash val="solid"/>
          </a:ln>
        </p:spPr>
      </p:sp>
      <p:sp>
        <p:nvSpPr>
          <p:cNvPr id="513" name="Shape 467"/>
          <p:cNvSpPr/>
          <p:nvPr/>
        </p:nvSpPr>
        <p:spPr>
          <a:xfrm>
            <a:off x="7276211" y="2400046"/>
            <a:ext cx="198882" cy="164592"/>
          </a:xfrm>
          <a:prstGeom prst="rect">
            <a:avLst/>
          </a:prstGeom>
          <a:solidFill>
            <a:srgbClr val="FF0000"/>
          </a:solidFill>
          <a:ln w="6350">
            <a:solidFill>
              <a:srgbClr val="666666"/>
            </a:solidFill>
            <a:prstDash val="solid"/>
          </a:ln>
        </p:spPr>
      </p:sp>
      <p:sp>
        <p:nvSpPr>
          <p:cNvPr id="514" name="Shape 468"/>
          <p:cNvSpPr/>
          <p:nvPr/>
        </p:nvSpPr>
        <p:spPr>
          <a:xfrm>
            <a:off x="7475093" y="2400046"/>
            <a:ext cx="198882" cy="164592"/>
          </a:xfrm>
          <a:prstGeom prst="rect">
            <a:avLst/>
          </a:prstGeom>
          <a:solidFill>
            <a:srgbClr val="FF0000"/>
          </a:solidFill>
          <a:ln w="6350">
            <a:solidFill>
              <a:srgbClr val="666666"/>
            </a:solidFill>
            <a:prstDash val="solid"/>
          </a:ln>
        </p:spPr>
      </p:sp>
      <p:sp>
        <p:nvSpPr>
          <p:cNvPr id="515" name="Shape 469"/>
          <p:cNvSpPr/>
          <p:nvPr/>
        </p:nvSpPr>
        <p:spPr>
          <a:xfrm>
            <a:off x="7673975" y="2400046"/>
            <a:ext cx="198882" cy="164592"/>
          </a:xfrm>
          <a:prstGeom prst="rect">
            <a:avLst/>
          </a:prstGeom>
          <a:solidFill>
            <a:srgbClr val="FF0000"/>
          </a:solidFill>
          <a:ln w="6350">
            <a:solidFill>
              <a:srgbClr val="666666"/>
            </a:solidFill>
            <a:prstDash val="solid"/>
          </a:ln>
        </p:spPr>
      </p:sp>
      <p:sp>
        <p:nvSpPr>
          <p:cNvPr id="516" name="Shape 470"/>
          <p:cNvSpPr/>
          <p:nvPr/>
        </p:nvSpPr>
        <p:spPr>
          <a:xfrm>
            <a:off x="7872857" y="2400046"/>
            <a:ext cx="198882" cy="164592"/>
          </a:xfrm>
          <a:prstGeom prst="rect">
            <a:avLst/>
          </a:prstGeom>
          <a:solidFill>
            <a:schemeClr val="bg1"/>
          </a:solidFill>
          <a:ln w="6350">
            <a:solidFill>
              <a:srgbClr val="666666"/>
            </a:solidFill>
            <a:prstDash val="solid"/>
          </a:ln>
        </p:spPr>
      </p:sp>
      <p:sp>
        <p:nvSpPr>
          <p:cNvPr id="517" name="Shape 471"/>
          <p:cNvSpPr/>
          <p:nvPr/>
        </p:nvSpPr>
        <p:spPr>
          <a:xfrm>
            <a:off x="8071739" y="2400046"/>
            <a:ext cx="198882" cy="164592"/>
          </a:xfrm>
          <a:prstGeom prst="rect">
            <a:avLst/>
          </a:prstGeom>
          <a:solidFill>
            <a:schemeClr val="bg1"/>
          </a:solidFill>
          <a:ln w="6350">
            <a:solidFill>
              <a:srgbClr val="666666"/>
            </a:solidFill>
            <a:prstDash val="solid"/>
          </a:ln>
        </p:spPr>
      </p:sp>
      <p:sp>
        <p:nvSpPr>
          <p:cNvPr id="518" name="Shape 472"/>
          <p:cNvSpPr/>
          <p:nvPr/>
        </p:nvSpPr>
        <p:spPr>
          <a:xfrm>
            <a:off x="8270621" y="2400046"/>
            <a:ext cx="198882" cy="164592"/>
          </a:xfrm>
          <a:prstGeom prst="rect">
            <a:avLst/>
          </a:prstGeom>
          <a:solidFill>
            <a:schemeClr val="bg1"/>
          </a:solidFill>
          <a:ln w="6350">
            <a:solidFill>
              <a:srgbClr val="666666"/>
            </a:solidFill>
            <a:prstDash val="solid"/>
          </a:ln>
        </p:spPr>
      </p:sp>
      <p:sp>
        <p:nvSpPr>
          <p:cNvPr id="519" name="Shape 473"/>
          <p:cNvSpPr/>
          <p:nvPr/>
        </p:nvSpPr>
        <p:spPr>
          <a:xfrm>
            <a:off x="8469503" y="2400046"/>
            <a:ext cx="198882" cy="164592"/>
          </a:xfrm>
          <a:prstGeom prst="rect">
            <a:avLst/>
          </a:prstGeom>
          <a:solidFill>
            <a:schemeClr val="bg1"/>
          </a:solidFill>
          <a:ln w="6350">
            <a:solidFill>
              <a:srgbClr val="666666"/>
            </a:solidFill>
            <a:prstDash val="solid"/>
          </a:ln>
        </p:spPr>
      </p:sp>
      <p:sp>
        <p:nvSpPr>
          <p:cNvPr id="520" name="Shape 478"/>
          <p:cNvSpPr/>
          <p:nvPr/>
        </p:nvSpPr>
        <p:spPr>
          <a:xfrm>
            <a:off x="1508633" y="2564638"/>
            <a:ext cx="198882" cy="164592"/>
          </a:xfrm>
          <a:prstGeom prst="rect">
            <a:avLst/>
          </a:prstGeom>
          <a:solidFill>
            <a:srgbClr val="F2F2F2"/>
          </a:solidFill>
          <a:ln w="6350">
            <a:solidFill>
              <a:srgbClr val="666666"/>
            </a:solidFill>
            <a:prstDash val="solid"/>
          </a:ln>
        </p:spPr>
      </p:sp>
      <p:sp>
        <p:nvSpPr>
          <p:cNvPr id="521" name="Shape 479"/>
          <p:cNvSpPr/>
          <p:nvPr/>
        </p:nvSpPr>
        <p:spPr>
          <a:xfrm>
            <a:off x="1707515" y="2564638"/>
            <a:ext cx="198882" cy="164592"/>
          </a:xfrm>
          <a:prstGeom prst="rect">
            <a:avLst/>
          </a:prstGeom>
          <a:solidFill>
            <a:schemeClr val="bg1"/>
          </a:solidFill>
          <a:ln w="6350">
            <a:solidFill>
              <a:srgbClr val="666666"/>
            </a:solidFill>
            <a:prstDash val="solid"/>
          </a:ln>
        </p:spPr>
      </p:sp>
      <p:sp>
        <p:nvSpPr>
          <p:cNvPr id="522" name="Shape 480"/>
          <p:cNvSpPr/>
          <p:nvPr/>
        </p:nvSpPr>
        <p:spPr>
          <a:xfrm>
            <a:off x="1906397" y="2564638"/>
            <a:ext cx="198882" cy="164592"/>
          </a:xfrm>
          <a:prstGeom prst="rect">
            <a:avLst/>
          </a:prstGeom>
          <a:solidFill>
            <a:schemeClr val="bg1"/>
          </a:solidFill>
          <a:ln w="6350">
            <a:solidFill>
              <a:srgbClr val="666666"/>
            </a:solidFill>
            <a:prstDash val="solid"/>
          </a:ln>
        </p:spPr>
      </p:sp>
      <p:sp>
        <p:nvSpPr>
          <p:cNvPr id="523" name="Shape 481"/>
          <p:cNvSpPr/>
          <p:nvPr/>
        </p:nvSpPr>
        <p:spPr>
          <a:xfrm>
            <a:off x="2105279" y="2564638"/>
            <a:ext cx="198882" cy="164592"/>
          </a:xfrm>
          <a:prstGeom prst="rect">
            <a:avLst/>
          </a:prstGeom>
          <a:solidFill>
            <a:schemeClr val="bg1"/>
          </a:solidFill>
          <a:ln w="6350">
            <a:solidFill>
              <a:srgbClr val="666666"/>
            </a:solidFill>
            <a:prstDash val="solid"/>
          </a:ln>
        </p:spPr>
      </p:sp>
      <p:sp>
        <p:nvSpPr>
          <p:cNvPr id="524" name="Shape 482"/>
          <p:cNvSpPr/>
          <p:nvPr/>
        </p:nvSpPr>
        <p:spPr>
          <a:xfrm>
            <a:off x="2304161" y="2564638"/>
            <a:ext cx="198882" cy="164592"/>
          </a:xfrm>
          <a:prstGeom prst="rect">
            <a:avLst/>
          </a:prstGeom>
          <a:solidFill>
            <a:schemeClr val="bg1"/>
          </a:solidFill>
          <a:ln w="6350">
            <a:solidFill>
              <a:srgbClr val="666666"/>
            </a:solidFill>
            <a:prstDash val="solid"/>
          </a:ln>
        </p:spPr>
      </p:sp>
      <p:sp>
        <p:nvSpPr>
          <p:cNvPr id="525" name="Shape 483"/>
          <p:cNvSpPr/>
          <p:nvPr/>
        </p:nvSpPr>
        <p:spPr>
          <a:xfrm>
            <a:off x="2503043" y="2564638"/>
            <a:ext cx="198882" cy="164592"/>
          </a:xfrm>
          <a:prstGeom prst="rect">
            <a:avLst/>
          </a:prstGeom>
          <a:solidFill>
            <a:schemeClr val="bg1"/>
          </a:solidFill>
          <a:ln w="6350">
            <a:solidFill>
              <a:srgbClr val="666666"/>
            </a:solidFill>
            <a:prstDash val="solid"/>
          </a:ln>
        </p:spPr>
      </p:sp>
      <p:sp>
        <p:nvSpPr>
          <p:cNvPr id="526" name="Shape 484"/>
          <p:cNvSpPr/>
          <p:nvPr/>
        </p:nvSpPr>
        <p:spPr>
          <a:xfrm>
            <a:off x="2701925" y="2564638"/>
            <a:ext cx="198882" cy="164592"/>
          </a:xfrm>
          <a:prstGeom prst="rect">
            <a:avLst/>
          </a:prstGeom>
          <a:solidFill>
            <a:schemeClr val="bg1"/>
          </a:solidFill>
          <a:ln w="6350">
            <a:solidFill>
              <a:srgbClr val="666666"/>
            </a:solidFill>
            <a:prstDash val="solid"/>
          </a:ln>
        </p:spPr>
      </p:sp>
      <p:sp>
        <p:nvSpPr>
          <p:cNvPr id="527" name="Shape 485"/>
          <p:cNvSpPr/>
          <p:nvPr/>
        </p:nvSpPr>
        <p:spPr>
          <a:xfrm>
            <a:off x="2900807" y="2564638"/>
            <a:ext cx="198882" cy="164592"/>
          </a:xfrm>
          <a:prstGeom prst="rect">
            <a:avLst/>
          </a:prstGeom>
          <a:solidFill>
            <a:schemeClr val="bg1"/>
          </a:solidFill>
          <a:ln w="6350">
            <a:solidFill>
              <a:srgbClr val="666666"/>
            </a:solidFill>
            <a:prstDash val="solid"/>
          </a:ln>
        </p:spPr>
      </p:sp>
      <p:sp>
        <p:nvSpPr>
          <p:cNvPr id="528" name="Shape 486"/>
          <p:cNvSpPr/>
          <p:nvPr/>
        </p:nvSpPr>
        <p:spPr>
          <a:xfrm>
            <a:off x="3099689" y="2564638"/>
            <a:ext cx="198882" cy="164592"/>
          </a:xfrm>
          <a:prstGeom prst="rect">
            <a:avLst/>
          </a:prstGeom>
          <a:solidFill>
            <a:schemeClr val="bg1"/>
          </a:solidFill>
          <a:ln w="6350">
            <a:solidFill>
              <a:srgbClr val="666666"/>
            </a:solidFill>
            <a:prstDash val="solid"/>
          </a:ln>
        </p:spPr>
      </p:sp>
      <p:sp>
        <p:nvSpPr>
          <p:cNvPr id="529" name="Shape 487"/>
          <p:cNvSpPr/>
          <p:nvPr/>
        </p:nvSpPr>
        <p:spPr>
          <a:xfrm>
            <a:off x="3298571" y="2564638"/>
            <a:ext cx="198882" cy="164592"/>
          </a:xfrm>
          <a:prstGeom prst="rect">
            <a:avLst/>
          </a:prstGeom>
          <a:solidFill>
            <a:schemeClr val="bg1"/>
          </a:solidFill>
          <a:ln w="6350">
            <a:solidFill>
              <a:srgbClr val="666666"/>
            </a:solidFill>
            <a:prstDash val="solid"/>
          </a:ln>
        </p:spPr>
      </p:sp>
      <p:sp>
        <p:nvSpPr>
          <p:cNvPr id="530" name="Shape 488"/>
          <p:cNvSpPr/>
          <p:nvPr/>
        </p:nvSpPr>
        <p:spPr>
          <a:xfrm>
            <a:off x="3497453" y="2564638"/>
            <a:ext cx="198882" cy="164592"/>
          </a:xfrm>
          <a:prstGeom prst="rect">
            <a:avLst/>
          </a:prstGeom>
          <a:solidFill>
            <a:schemeClr val="bg1"/>
          </a:solidFill>
          <a:ln w="6350">
            <a:solidFill>
              <a:srgbClr val="666666"/>
            </a:solidFill>
            <a:prstDash val="solid"/>
          </a:ln>
        </p:spPr>
      </p:sp>
      <p:sp>
        <p:nvSpPr>
          <p:cNvPr id="531" name="Shape 489"/>
          <p:cNvSpPr/>
          <p:nvPr/>
        </p:nvSpPr>
        <p:spPr>
          <a:xfrm>
            <a:off x="3696335" y="2564638"/>
            <a:ext cx="198882" cy="164592"/>
          </a:xfrm>
          <a:prstGeom prst="rect">
            <a:avLst/>
          </a:prstGeom>
          <a:solidFill>
            <a:schemeClr val="bg1"/>
          </a:solidFill>
          <a:ln w="6350">
            <a:solidFill>
              <a:srgbClr val="666666"/>
            </a:solidFill>
            <a:prstDash val="solid"/>
          </a:ln>
        </p:spPr>
      </p:sp>
      <p:sp>
        <p:nvSpPr>
          <p:cNvPr id="532" name="Shape 490"/>
          <p:cNvSpPr/>
          <p:nvPr/>
        </p:nvSpPr>
        <p:spPr>
          <a:xfrm>
            <a:off x="3895217" y="2564638"/>
            <a:ext cx="198882" cy="164592"/>
          </a:xfrm>
          <a:prstGeom prst="rect">
            <a:avLst/>
          </a:prstGeom>
          <a:solidFill>
            <a:schemeClr val="bg1"/>
          </a:solidFill>
          <a:ln w="6350">
            <a:solidFill>
              <a:srgbClr val="666666"/>
            </a:solidFill>
            <a:prstDash val="solid"/>
          </a:ln>
        </p:spPr>
      </p:sp>
      <p:sp>
        <p:nvSpPr>
          <p:cNvPr id="533" name="Shape 491"/>
          <p:cNvSpPr/>
          <p:nvPr/>
        </p:nvSpPr>
        <p:spPr>
          <a:xfrm>
            <a:off x="4094099" y="2564638"/>
            <a:ext cx="198882" cy="164592"/>
          </a:xfrm>
          <a:prstGeom prst="rect">
            <a:avLst/>
          </a:prstGeom>
          <a:solidFill>
            <a:schemeClr val="bg1"/>
          </a:solidFill>
          <a:ln w="6350">
            <a:solidFill>
              <a:srgbClr val="666666"/>
            </a:solidFill>
            <a:prstDash val="solid"/>
          </a:ln>
        </p:spPr>
      </p:sp>
      <p:sp>
        <p:nvSpPr>
          <p:cNvPr id="534" name="Shape 492"/>
          <p:cNvSpPr/>
          <p:nvPr/>
        </p:nvSpPr>
        <p:spPr>
          <a:xfrm>
            <a:off x="4292981" y="2564638"/>
            <a:ext cx="198882" cy="164592"/>
          </a:xfrm>
          <a:prstGeom prst="rect">
            <a:avLst/>
          </a:prstGeom>
          <a:solidFill>
            <a:schemeClr val="bg1"/>
          </a:solidFill>
          <a:ln w="6350">
            <a:solidFill>
              <a:srgbClr val="666666"/>
            </a:solidFill>
            <a:prstDash val="solid"/>
          </a:ln>
        </p:spPr>
      </p:sp>
      <p:sp>
        <p:nvSpPr>
          <p:cNvPr id="535" name="Shape 493"/>
          <p:cNvSpPr/>
          <p:nvPr/>
        </p:nvSpPr>
        <p:spPr>
          <a:xfrm>
            <a:off x="4491863" y="2564638"/>
            <a:ext cx="198882" cy="164592"/>
          </a:xfrm>
          <a:prstGeom prst="rect">
            <a:avLst/>
          </a:prstGeom>
          <a:solidFill>
            <a:schemeClr val="bg1"/>
          </a:solidFill>
          <a:ln w="6350">
            <a:solidFill>
              <a:srgbClr val="666666"/>
            </a:solidFill>
            <a:prstDash val="solid"/>
          </a:ln>
        </p:spPr>
      </p:sp>
      <p:sp>
        <p:nvSpPr>
          <p:cNvPr id="536" name="Shape 494"/>
          <p:cNvSpPr/>
          <p:nvPr/>
        </p:nvSpPr>
        <p:spPr>
          <a:xfrm>
            <a:off x="4690745" y="2564638"/>
            <a:ext cx="198882" cy="164592"/>
          </a:xfrm>
          <a:prstGeom prst="rect">
            <a:avLst/>
          </a:prstGeom>
          <a:solidFill>
            <a:schemeClr val="bg1"/>
          </a:solidFill>
          <a:ln w="6350">
            <a:solidFill>
              <a:srgbClr val="666666"/>
            </a:solidFill>
            <a:prstDash val="solid"/>
          </a:ln>
        </p:spPr>
      </p:sp>
      <p:sp>
        <p:nvSpPr>
          <p:cNvPr id="537" name="Shape 495"/>
          <p:cNvSpPr/>
          <p:nvPr/>
        </p:nvSpPr>
        <p:spPr>
          <a:xfrm>
            <a:off x="4889627" y="2564638"/>
            <a:ext cx="198882" cy="164592"/>
          </a:xfrm>
          <a:prstGeom prst="rect">
            <a:avLst/>
          </a:prstGeom>
          <a:solidFill>
            <a:schemeClr val="bg1"/>
          </a:solidFill>
          <a:ln w="6350">
            <a:solidFill>
              <a:srgbClr val="666666"/>
            </a:solidFill>
            <a:prstDash val="solid"/>
          </a:ln>
        </p:spPr>
      </p:sp>
      <p:sp>
        <p:nvSpPr>
          <p:cNvPr id="538" name="Shape 496"/>
          <p:cNvSpPr/>
          <p:nvPr/>
        </p:nvSpPr>
        <p:spPr>
          <a:xfrm>
            <a:off x="5088509" y="2564638"/>
            <a:ext cx="198882" cy="164592"/>
          </a:xfrm>
          <a:prstGeom prst="rect">
            <a:avLst/>
          </a:prstGeom>
          <a:solidFill>
            <a:schemeClr val="bg1"/>
          </a:solidFill>
          <a:ln w="6350">
            <a:solidFill>
              <a:srgbClr val="666666"/>
            </a:solidFill>
            <a:prstDash val="solid"/>
          </a:ln>
        </p:spPr>
      </p:sp>
      <p:sp>
        <p:nvSpPr>
          <p:cNvPr id="539" name="Shape 497"/>
          <p:cNvSpPr/>
          <p:nvPr/>
        </p:nvSpPr>
        <p:spPr>
          <a:xfrm>
            <a:off x="5287391" y="2564638"/>
            <a:ext cx="198882" cy="164592"/>
          </a:xfrm>
          <a:prstGeom prst="rect">
            <a:avLst/>
          </a:prstGeom>
          <a:solidFill>
            <a:schemeClr val="bg1"/>
          </a:solidFill>
          <a:ln w="6350">
            <a:solidFill>
              <a:srgbClr val="666666"/>
            </a:solidFill>
            <a:prstDash val="solid"/>
          </a:ln>
        </p:spPr>
      </p:sp>
      <p:sp>
        <p:nvSpPr>
          <p:cNvPr id="540" name="Shape 498"/>
          <p:cNvSpPr/>
          <p:nvPr/>
        </p:nvSpPr>
        <p:spPr>
          <a:xfrm>
            <a:off x="5486273" y="2564638"/>
            <a:ext cx="198882" cy="164592"/>
          </a:xfrm>
          <a:prstGeom prst="rect">
            <a:avLst/>
          </a:prstGeom>
          <a:solidFill>
            <a:schemeClr val="bg1"/>
          </a:solidFill>
          <a:ln w="6350">
            <a:solidFill>
              <a:srgbClr val="666666"/>
            </a:solidFill>
            <a:prstDash val="solid"/>
          </a:ln>
        </p:spPr>
      </p:sp>
      <p:sp>
        <p:nvSpPr>
          <p:cNvPr id="541" name="Shape 499"/>
          <p:cNvSpPr/>
          <p:nvPr/>
        </p:nvSpPr>
        <p:spPr>
          <a:xfrm>
            <a:off x="5685155" y="2564638"/>
            <a:ext cx="198882" cy="164592"/>
          </a:xfrm>
          <a:prstGeom prst="rect">
            <a:avLst/>
          </a:prstGeom>
          <a:solidFill>
            <a:schemeClr val="bg1"/>
          </a:solidFill>
          <a:ln w="6350">
            <a:solidFill>
              <a:srgbClr val="666666"/>
            </a:solidFill>
            <a:prstDash val="solid"/>
          </a:ln>
        </p:spPr>
      </p:sp>
      <p:sp>
        <p:nvSpPr>
          <p:cNvPr id="542" name="Shape 500"/>
          <p:cNvSpPr/>
          <p:nvPr/>
        </p:nvSpPr>
        <p:spPr>
          <a:xfrm>
            <a:off x="5884037" y="2564638"/>
            <a:ext cx="198882" cy="164592"/>
          </a:xfrm>
          <a:prstGeom prst="rect">
            <a:avLst/>
          </a:prstGeom>
          <a:solidFill>
            <a:schemeClr val="bg1"/>
          </a:solidFill>
          <a:ln w="6350">
            <a:solidFill>
              <a:srgbClr val="666666"/>
            </a:solidFill>
            <a:prstDash val="solid"/>
          </a:ln>
        </p:spPr>
      </p:sp>
      <p:sp>
        <p:nvSpPr>
          <p:cNvPr id="543" name="Shape 501"/>
          <p:cNvSpPr/>
          <p:nvPr/>
        </p:nvSpPr>
        <p:spPr>
          <a:xfrm>
            <a:off x="6082919" y="2564638"/>
            <a:ext cx="198882" cy="164592"/>
          </a:xfrm>
          <a:prstGeom prst="rect">
            <a:avLst/>
          </a:prstGeom>
          <a:solidFill>
            <a:schemeClr val="bg1"/>
          </a:solidFill>
          <a:ln w="6350">
            <a:solidFill>
              <a:srgbClr val="666666"/>
            </a:solidFill>
            <a:prstDash val="solid"/>
          </a:ln>
        </p:spPr>
      </p:sp>
      <p:sp>
        <p:nvSpPr>
          <p:cNvPr id="544" name="Shape 502"/>
          <p:cNvSpPr/>
          <p:nvPr/>
        </p:nvSpPr>
        <p:spPr>
          <a:xfrm>
            <a:off x="6281801" y="2564638"/>
            <a:ext cx="198882" cy="164592"/>
          </a:xfrm>
          <a:prstGeom prst="rect">
            <a:avLst/>
          </a:prstGeom>
          <a:solidFill>
            <a:schemeClr val="bg1"/>
          </a:solidFill>
          <a:ln w="6350">
            <a:solidFill>
              <a:srgbClr val="666666"/>
            </a:solidFill>
            <a:prstDash val="solid"/>
          </a:ln>
          <a:extLst/>
        </p:spPr>
      </p:sp>
      <p:sp>
        <p:nvSpPr>
          <p:cNvPr id="545" name="Shape 503"/>
          <p:cNvSpPr/>
          <p:nvPr/>
        </p:nvSpPr>
        <p:spPr>
          <a:xfrm>
            <a:off x="6480683" y="2564638"/>
            <a:ext cx="198882" cy="164592"/>
          </a:xfrm>
          <a:prstGeom prst="rect">
            <a:avLst/>
          </a:prstGeom>
          <a:solidFill>
            <a:schemeClr val="bg1"/>
          </a:solidFill>
          <a:ln w="6350">
            <a:solidFill>
              <a:srgbClr val="666666"/>
            </a:solidFill>
            <a:prstDash val="solid"/>
          </a:ln>
          <a:extLst/>
        </p:spPr>
      </p:sp>
      <p:sp>
        <p:nvSpPr>
          <p:cNvPr id="546" name="Shape 504"/>
          <p:cNvSpPr/>
          <p:nvPr/>
        </p:nvSpPr>
        <p:spPr>
          <a:xfrm>
            <a:off x="6679565" y="2564638"/>
            <a:ext cx="198882" cy="164592"/>
          </a:xfrm>
          <a:prstGeom prst="rect">
            <a:avLst/>
          </a:prstGeom>
          <a:solidFill>
            <a:schemeClr val="bg1"/>
          </a:solidFill>
          <a:ln w="6350">
            <a:solidFill>
              <a:srgbClr val="666666"/>
            </a:solidFill>
            <a:prstDash val="solid"/>
          </a:ln>
          <a:extLst/>
        </p:spPr>
      </p:sp>
      <p:sp>
        <p:nvSpPr>
          <p:cNvPr id="547" name="Shape 505"/>
          <p:cNvSpPr/>
          <p:nvPr/>
        </p:nvSpPr>
        <p:spPr>
          <a:xfrm>
            <a:off x="6878447" y="2564638"/>
            <a:ext cx="198882" cy="164592"/>
          </a:xfrm>
          <a:prstGeom prst="rect">
            <a:avLst/>
          </a:prstGeom>
          <a:solidFill>
            <a:schemeClr val="bg1"/>
          </a:solidFill>
          <a:ln w="6350">
            <a:solidFill>
              <a:srgbClr val="666666"/>
            </a:solidFill>
            <a:prstDash val="solid"/>
          </a:ln>
          <a:extLst/>
        </p:spPr>
      </p:sp>
      <p:sp>
        <p:nvSpPr>
          <p:cNvPr id="548" name="Shape 506"/>
          <p:cNvSpPr/>
          <p:nvPr/>
        </p:nvSpPr>
        <p:spPr>
          <a:xfrm>
            <a:off x="7077329" y="2564638"/>
            <a:ext cx="198882" cy="164592"/>
          </a:xfrm>
          <a:prstGeom prst="rect">
            <a:avLst/>
          </a:prstGeom>
          <a:solidFill>
            <a:schemeClr val="bg1"/>
          </a:solidFill>
          <a:ln w="6350">
            <a:solidFill>
              <a:srgbClr val="666666"/>
            </a:solidFill>
            <a:prstDash val="solid"/>
          </a:ln>
          <a:extLst/>
        </p:spPr>
      </p:sp>
      <p:sp>
        <p:nvSpPr>
          <p:cNvPr id="549" name="Shape 507"/>
          <p:cNvSpPr/>
          <p:nvPr/>
        </p:nvSpPr>
        <p:spPr>
          <a:xfrm>
            <a:off x="7276211" y="2564638"/>
            <a:ext cx="198882" cy="164592"/>
          </a:xfrm>
          <a:prstGeom prst="rect">
            <a:avLst/>
          </a:prstGeom>
          <a:solidFill>
            <a:schemeClr val="bg1"/>
          </a:solidFill>
          <a:ln w="6350">
            <a:solidFill>
              <a:srgbClr val="666666"/>
            </a:solidFill>
            <a:prstDash val="solid"/>
          </a:ln>
        </p:spPr>
      </p:sp>
      <p:sp>
        <p:nvSpPr>
          <p:cNvPr id="550" name="Shape 508"/>
          <p:cNvSpPr/>
          <p:nvPr/>
        </p:nvSpPr>
        <p:spPr>
          <a:xfrm>
            <a:off x="7475093" y="2564638"/>
            <a:ext cx="198882" cy="164592"/>
          </a:xfrm>
          <a:prstGeom prst="rect">
            <a:avLst/>
          </a:prstGeom>
          <a:solidFill>
            <a:schemeClr val="bg1"/>
          </a:solidFill>
          <a:ln w="6350">
            <a:solidFill>
              <a:srgbClr val="666666"/>
            </a:solidFill>
            <a:prstDash val="solid"/>
          </a:ln>
        </p:spPr>
      </p:sp>
      <p:sp>
        <p:nvSpPr>
          <p:cNvPr id="551" name="Shape 509"/>
          <p:cNvSpPr/>
          <p:nvPr/>
        </p:nvSpPr>
        <p:spPr>
          <a:xfrm>
            <a:off x="7673975" y="2564638"/>
            <a:ext cx="198882" cy="164592"/>
          </a:xfrm>
          <a:prstGeom prst="rect">
            <a:avLst/>
          </a:prstGeom>
          <a:solidFill>
            <a:schemeClr val="bg1"/>
          </a:solidFill>
          <a:ln w="6350">
            <a:solidFill>
              <a:srgbClr val="666666"/>
            </a:solidFill>
            <a:prstDash val="solid"/>
          </a:ln>
        </p:spPr>
      </p:sp>
      <p:sp>
        <p:nvSpPr>
          <p:cNvPr id="552" name="Shape 510"/>
          <p:cNvSpPr/>
          <p:nvPr/>
        </p:nvSpPr>
        <p:spPr>
          <a:xfrm>
            <a:off x="7872857" y="2564638"/>
            <a:ext cx="198882" cy="164592"/>
          </a:xfrm>
          <a:prstGeom prst="rect">
            <a:avLst/>
          </a:prstGeom>
          <a:solidFill>
            <a:schemeClr val="bg1"/>
          </a:solidFill>
          <a:ln w="6350">
            <a:solidFill>
              <a:srgbClr val="666666"/>
            </a:solidFill>
            <a:prstDash val="solid"/>
          </a:ln>
        </p:spPr>
      </p:sp>
      <p:sp>
        <p:nvSpPr>
          <p:cNvPr id="553" name="Shape 511"/>
          <p:cNvSpPr/>
          <p:nvPr/>
        </p:nvSpPr>
        <p:spPr>
          <a:xfrm>
            <a:off x="8071739" y="2564638"/>
            <a:ext cx="198882" cy="164592"/>
          </a:xfrm>
          <a:prstGeom prst="rect">
            <a:avLst/>
          </a:prstGeom>
          <a:solidFill>
            <a:schemeClr val="bg1"/>
          </a:solidFill>
          <a:ln w="6350">
            <a:solidFill>
              <a:srgbClr val="666666"/>
            </a:solidFill>
            <a:prstDash val="solid"/>
          </a:ln>
        </p:spPr>
      </p:sp>
      <p:sp>
        <p:nvSpPr>
          <p:cNvPr id="554" name="Shape 512"/>
          <p:cNvSpPr/>
          <p:nvPr/>
        </p:nvSpPr>
        <p:spPr>
          <a:xfrm>
            <a:off x="8270621" y="2564638"/>
            <a:ext cx="198882" cy="164592"/>
          </a:xfrm>
          <a:prstGeom prst="rect">
            <a:avLst/>
          </a:prstGeom>
          <a:solidFill>
            <a:schemeClr val="bg1"/>
          </a:solidFill>
          <a:ln w="6350">
            <a:solidFill>
              <a:srgbClr val="666666"/>
            </a:solidFill>
            <a:prstDash val="solid"/>
          </a:ln>
        </p:spPr>
      </p:sp>
      <p:sp>
        <p:nvSpPr>
          <p:cNvPr id="555" name="Shape 513"/>
          <p:cNvSpPr/>
          <p:nvPr/>
        </p:nvSpPr>
        <p:spPr>
          <a:xfrm>
            <a:off x="8469503" y="2564638"/>
            <a:ext cx="198882" cy="164592"/>
          </a:xfrm>
          <a:prstGeom prst="rect">
            <a:avLst/>
          </a:prstGeom>
          <a:solidFill>
            <a:schemeClr val="bg1"/>
          </a:solidFill>
          <a:ln w="6350">
            <a:solidFill>
              <a:srgbClr val="666666"/>
            </a:solidFill>
            <a:prstDash val="solid"/>
          </a:ln>
        </p:spPr>
      </p:sp>
      <p:sp>
        <p:nvSpPr>
          <p:cNvPr id="556" name="Shape 514"/>
          <p:cNvSpPr/>
          <p:nvPr/>
        </p:nvSpPr>
        <p:spPr>
          <a:xfrm>
            <a:off x="754380" y="2729230"/>
            <a:ext cx="754380" cy="329184"/>
          </a:xfrm>
          <a:prstGeom prst="rect">
            <a:avLst/>
          </a:prstGeom>
          <a:solidFill>
            <a:srgbClr val="FFFFFF"/>
          </a:solidFill>
          <a:ln w="6350">
            <a:solidFill>
              <a:srgbClr val="666666"/>
            </a:solidFill>
            <a:prstDash val="solid"/>
          </a:ln>
        </p:spPr>
      </p:sp>
      <p:sp>
        <p:nvSpPr>
          <p:cNvPr id="557" name="Text 515"/>
          <p:cNvSpPr/>
          <p:nvPr/>
        </p:nvSpPr>
        <p:spPr>
          <a:xfrm>
            <a:off x="754380" y="2729230"/>
            <a:ext cx="754380" cy="329184"/>
          </a:xfrm>
          <a:prstGeom prst="rect">
            <a:avLst/>
          </a:prstGeom>
          <a:noFill/>
        </p:spPr>
        <p:txBody>
          <a:bodyPr wrap="square" lIns="0" tIns="38100" rIns="0" bIns="0" rtlCol="0" anchor="ctr"/>
          <a:lstStyle/>
          <a:p>
            <a:r>
              <a:rPr lang="en-US" sz="56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  PROJECT</a:t>
            </a:r>
            <a:endParaRPr lang="en-US" sz="565" dirty="0"/>
          </a:p>
          <a:p>
            <a:r>
              <a:rPr lang="en-US" sz="56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  DOCUMENTATION</a:t>
            </a:r>
            <a:endParaRPr lang="en-US" sz="565" dirty="0"/>
          </a:p>
        </p:txBody>
      </p:sp>
      <p:sp>
        <p:nvSpPr>
          <p:cNvPr id="558" name="Shape 520"/>
          <p:cNvSpPr/>
          <p:nvPr/>
        </p:nvSpPr>
        <p:spPr>
          <a:xfrm>
            <a:off x="1508633" y="2729230"/>
            <a:ext cx="198882" cy="164592"/>
          </a:xfrm>
          <a:prstGeom prst="rect">
            <a:avLst/>
          </a:prstGeom>
          <a:solidFill>
            <a:srgbClr val="FFFFFF"/>
          </a:solidFill>
          <a:ln w="6350">
            <a:solidFill>
              <a:srgbClr val="666666"/>
            </a:solidFill>
            <a:prstDash val="solid"/>
          </a:ln>
        </p:spPr>
      </p:sp>
      <p:sp>
        <p:nvSpPr>
          <p:cNvPr id="559" name="Shape 521"/>
          <p:cNvSpPr/>
          <p:nvPr/>
        </p:nvSpPr>
        <p:spPr>
          <a:xfrm>
            <a:off x="1707515" y="2729230"/>
            <a:ext cx="198882" cy="164592"/>
          </a:xfrm>
          <a:prstGeom prst="rect">
            <a:avLst/>
          </a:prstGeom>
          <a:solidFill>
            <a:schemeClr val="bg1"/>
          </a:solidFill>
          <a:ln w="6350">
            <a:solidFill>
              <a:srgbClr val="666666"/>
            </a:solidFill>
            <a:prstDash val="solid"/>
          </a:ln>
        </p:spPr>
      </p:sp>
      <p:sp>
        <p:nvSpPr>
          <p:cNvPr id="560" name="Shape 522"/>
          <p:cNvSpPr/>
          <p:nvPr/>
        </p:nvSpPr>
        <p:spPr>
          <a:xfrm>
            <a:off x="1906397" y="2729230"/>
            <a:ext cx="198882" cy="164592"/>
          </a:xfrm>
          <a:prstGeom prst="rect">
            <a:avLst/>
          </a:prstGeom>
          <a:solidFill>
            <a:schemeClr val="bg1"/>
          </a:solidFill>
          <a:ln w="6350">
            <a:solidFill>
              <a:srgbClr val="666666"/>
            </a:solidFill>
            <a:prstDash val="solid"/>
          </a:ln>
        </p:spPr>
      </p:sp>
      <p:sp>
        <p:nvSpPr>
          <p:cNvPr id="561" name="Shape 523"/>
          <p:cNvSpPr/>
          <p:nvPr/>
        </p:nvSpPr>
        <p:spPr>
          <a:xfrm>
            <a:off x="2105279" y="2729230"/>
            <a:ext cx="198882" cy="164592"/>
          </a:xfrm>
          <a:prstGeom prst="rect">
            <a:avLst/>
          </a:prstGeom>
          <a:solidFill>
            <a:schemeClr val="bg1"/>
          </a:solidFill>
          <a:ln w="6350">
            <a:solidFill>
              <a:srgbClr val="666666"/>
            </a:solidFill>
            <a:prstDash val="solid"/>
          </a:ln>
        </p:spPr>
      </p:sp>
      <p:sp>
        <p:nvSpPr>
          <p:cNvPr id="562" name="Shape 524"/>
          <p:cNvSpPr/>
          <p:nvPr/>
        </p:nvSpPr>
        <p:spPr>
          <a:xfrm>
            <a:off x="2304161" y="2729230"/>
            <a:ext cx="198882" cy="164592"/>
          </a:xfrm>
          <a:prstGeom prst="rect">
            <a:avLst/>
          </a:prstGeom>
          <a:solidFill>
            <a:schemeClr val="bg1"/>
          </a:solidFill>
          <a:ln w="6350">
            <a:solidFill>
              <a:srgbClr val="666666"/>
            </a:solidFill>
            <a:prstDash val="solid"/>
          </a:ln>
        </p:spPr>
      </p:sp>
      <p:sp>
        <p:nvSpPr>
          <p:cNvPr id="563" name="Shape 525"/>
          <p:cNvSpPr/>
          <p:nvPr/>
        </p:nvSpPr>
        <p:spPr>
          <a:xfrm>
            <a:off x="2503043" y="2729230"/>
            <a:ext cx="198882" cy="164592"/>
          </a:xfrm>
          <a:prstGeom prst="rect">
            <a:avLst/>
          </a:prstGeom>
          <a:solidFill>
            <a:schemeClr val="bg1"/>
          </a:solidFill>
          <a:ln w="6350">
            <a:solidFill>
              <a:srgbClr val="666666"/>
            </a:solidFill>
            <a:prstDash val="solid"/>
          </a:ln>
        </p:spPr>
      </p:sp>
      <p:sp>
        <p:nvSpPr>
          <p:cNvPr id="564" name="Shape 526"/>
          <p:cNvSpPr/>
          <p:nvPr/>
        </p:nvSpPr>
        <p:spPr>
          <a:xfrm>
            <a:off x="2701925" y="2729230"/>
            <a:ext cx="198882" cy="164592"/>
          </a:xfrm>
          <a:prstGeom prst="rect">
            <a:avLst/>
          </a:prstGeom>
          <a:solidFill>
            <a:schemeClr val="bg1"/>
          </a:solidFill>
          <a:ln w="6350">
            <a:solidFill>
              <a:srgbClr val="666666"/>
            </a:solidFill>
            <a:prstDash val="solid"/>
          </a:ln>
        </p:spPr>
      </p:sp>
      <p:sp>
        <p:nvSpPr>
          <p:cNvPr id="565" name="Shape 527"/>
          <p:cNvSpPr/>
          <p:nvPr/>
        </p:nvSpPr>
        <p:spPr>
          <a:xfrm>
            <a:off x="2900807" y="2729230"/>
            <a:ext cx="198882" cy="164592"/>
          </a:xfrm>
          <a:prstGeom prst="rect">
            <a:avLst/>
          </a:prstGeom>
          <a:solidFill>
            <a:schemeClr val="bg1"/>
          </a:solidFill>
          <a:ln w="6350">
            <a:solidFill>
              <a:srgbClr val="666666"/>
            </a:solidFill>
            <a:prstDash val="solid"/>
          </a:ln>
        </p:spPr>
      </p:sp>
      <p:sp>
        <p:nvSpPr>
          <p:cNvPr id="566" name="Shape 528"/>
          <p:cNvSpPr/>
          <p:nvPr/>
        </p:nvSpPr>
        <p:spPr>
          <a:xfrm>
            <a:off x="3099689" y="2729230"/>
            <a:ext cx="198882" cy="164592"/>
          </a:xfrm>
          <a:prstGeom prst="rect">
            <a:avLst/>
          </a:prstGeom>
          <a:solidFill>
            <a:schemeClr val="bg1"/>
          </a:solidFill>
          <a:ln w="6350">
            <a:solidFill>
              <a:srgbClr val="666666"/>
            </a:solidFill>
            <a:prstDash val="solid"/>
          </a:ln>
        </p:spPr>
      </p:sp>
      <p:sp>
        <p:nvSpPr>
          <p:cNvPr id="567" name="Shape 529"/>
          <p:cNvSpPr/>
          <p:nvPr/>
        </p:nvSpPr>
        <p:spPr>
          <a:xfrm>
            <a:off x="3298571" y="2729230"/>
            <a:ext cx="198882" cy="164592"/>
          </a:xfrm>
          <a:prstGeom prst="rect">
            <a:avLst/>
          </a:prstGeom>
          <a:solidFill>
            <a:schemeClr val="bg1"/>
          </a:solidFill>
          <a:ln w="6350">
            <a:solidFill>
              <a:srgbClr val="666666"/>
            </a:solidFill>
            <a:prstDash val="solid"/>
          </a:ln>
        </p:spPr>
      </p:sp>
      <p:sp>
        <p:nvSpPr>
          <p:cNvPr id="568" name="Shape 530"/>
          <p:cNvSpPr/>
          <p:nvPr/>
        </p:nvSpPr>
        <p:spPr>
          <a:xfrm>
            <a:off x="3497453" y="2729230"/>
            <a:ext cx="198882" cy="164592"/>
          </a:xfrm>
          <a:prstGeom prst="rect">
            <a:avLst/>
          </a:prstGeom>
          <a:solidFill>
            <a:schemeClr val="bg1"/>
          </a:solidFill>
          <a:ln w="6350">
            <a:solidFill>
              <a:srgbClr val="666666"/>
            </a:solidFill>
            <a:prstDash val="solid"/>
          </a:ln>
        </p:spPr>
      </p:sp>
      <p:sp>
        <p:nvSpPr>
          <p:cNvPr id="569" name="Shape 531"/>
          <p:cNvSpPr/>
          <p:nvPr/>
        </p:nvSpPr>
        <p:spPr>
          <a:xfrm>
            <a:off x="3696335" y="2729230"/>
            <a:ext cx="198882" cy="164592"/>
          </a:xfrm>
          <a:prstGeom prst="rect">
            <a:avLst/>
          </a:prstGeom>
          <a:solidFill>
            <a:schemeClr val="bg1"/>
          </a:solidFill>
          <a:ln w="6350">
            <a:solidFill>
              <a:srgbClr val="666666"/>
            </a:solidFill>
            <a:prstDash val="solid"/>
          </a:ln>
        </p:spPr>
      </p:sp>
      <p:sp>
        <p:nvSpPr>
          <p:cNvPr id="570" name="Shape 532"/>
          <p:cNvSpPr/>
          <p:nvPr/>
        </p:nvSpPr>
        <p:spPr>
          <a:xfrm>
            <a:off x="3895217" y="2729230"/>
            <a:ext cx="198882" cy="164592"/>
          </a:xfrm>
          <a:prstGeom prst="rect">
            <a:avLst/>
          </a:prstGeom>
          <a:solidFill>
            <a:srgbClr val="FF0000"/>
          </a:solidFill>
          <a:ln w="6350">
            <a:solidFill>
              <a:srgbClr val="666666"/>
            </a:solidFill>
            <a:prstDash val="solid"/>
          </a:ln>
        </p:spPr>
      </p:sp>
      <p:sp>
        <p:nvSpPr>
          <p:cNvPr id="571" name="Shape 533"/>
          <p:cNvSpPr/>
          <p:nvPr/>
        </p:nvSpPr>
        <p:spPr>
          <a:xfrm>
            <a:off x="4094099" y="2729230"/>
            <a:ext cx="198882" cy="164592"/>
          </a:xfrm>
          <a:prstGeom prst="rect">
            <a:avLst/>
          </a:prstGeom>
          <a:solidFill>
            <a:srgbClr val="FF0000"/>
          </a:solidFill>
          <a:ln w="6350">
            <a:solidFill>
              <a:srgbClr val="666666"/>
            </a:solidFill>
            <a:prstDash val="solid"/>
          </a:ln>
        </p:spPr>
      </p:sp>
      <p:sp>
        <p:nvSpPr>
          <p:cNvPr id="572" name="Shape 534"/>
          <p:cNvSpPr/>
          <p:nvPr/>
        </p:nvSpPr>
        <p:spPr>
          <a:xfrm>
            <a:off x="4292981" y="2729230"/>
            <a:ext cx="198882" cy="164592"/>
          </a:xfrm>
          <a:prstGeom prst="rect">
            <a:avLst/>
          </a:prstGeom>
          <a:solidFill>
            <a:srgbClr val="FF0000"/>
          </a:solidFill>
          <a:ln w="6350">
            <a:solidFill>
              <a:srgbClr val="666666"/>
            </a:solidFill>
            <a:prstDash val="solid"/>
          </a:ln>
        </p:spPr>
      </p:sp>
      <p:sp>
        <p:nvSpPr>
          <p:cNvPr id="573" name="Shape 535"/>
          <p:cNvSpPr/>
          <p:nvPr/>
        </p:nvSpPr>
        <p:spPr>
          <a:xfrm>
            <a:off x="4491863" y="2729230"/>
            <a:ext cx="198882" cy="164592"/>
          </a:xfrm>
          <a:prstGeom prst="rect">
            <a:avLst/>
          </a:prstGeom>
          <a:solidFill>
            <a:srgbClr val="FF0000"/>
          </a:solidFill>
          <a:ln w="6350">
            <a:solidFill>
              <a:srgbClr val="666666"/>
            </a:solidFill>
            <a:prstDash val="solid"/>
          </a:ln>
        </p:spPr>
      </p:sp>
      <p:sp>
        <p:nvSpPr>
          <p:cNvPr id="574" name="Shape 536"/>
          <p:cNvSpPr/>
          <p:nvPr/>
        </p:nvSpPr>
        <p:spPr>
          <a:xfrm>
            <a:off x="4690745" y="2729230"/>
            <a:ext cx="198882" cy="164592"/>
          </a:xfrm>
          <a:prstGeom prst="rect">
            <a:avLst/>
          </a:prstGeom>
          <a:solidFill>
            <a:srgbClr val="FF0000"/>
          </a:solidFill>
          <a:ln w="6350">
            <a:solidFill>
              <a:srgbClr val="666666"/>
            </a:solidFill>
            <a:prstDash val="solid"/>
          </a:ln>
        </p:spPr>
      </p:sp>
      <p:sp>
        <p:nvSpPr>
          <p:cNvPr id="575" name="Shape 537"/>
          <p:cNvSpPr/>
          <p:nvPr/>
        </p:nvSpPr>
        <p:spPr>
          <a:xfrm>
            <a:off x="4889627" y="2729230"/>
            <a:ext cx="198882" cy="164592"/>
          </a:xfrm>
          <a:prstGeom prst="rect">
            <a:avLst/>
          </a:prstGeom>
          <a:solidFill>
            <a:srgbClr val="FF0000"/>
          </a:solidFill>
          <a:ln w="6350">
            <a:solidFill>
              <a:srgbClr val="666666"/>
            </a:solidFill>
            <a:prstDash val="solid"/>
          </a:ln>
        </p:spPr>
      </p:sp>
      <p:sp>
        <p:nvSpPr>
          <p:cNvPr id="576" name="Shape 538"/>
          <p:cNvSpPr/>
          <p:nvPr/>
        </p:nvSpPr>
        <p:spPr>
          <a:xfrm>
            <a:off x="5088509" y="2729230"/>
            <a:ext cx="198882" cy="164592"/>
          </a:xfrm>
          <a:prstGeom prst="rect">
            <a:avLst/>
          </a:prstGeom>
          <a:solidFill>
            <a:srgbClr val="FF0000"/>
          </a:solidFill>
          <a:ln w="6350">
            <a:solidFill>
              <a:srgbClr val="666666"/>
            </a:solidFill>
            <a:prstDash val="solid"/>
          </a:ln>
        </p:spPr>
      </p:sp>
      <p:sp>
        <p:nvSpPr>
          <p:cNvPr id="577" name="Shape 539"/>
          <p:cNvSpPr/>
          <p:nvPr/>
        </p:nvSpPr>
        <p:spPr>
          <a:xfrm>
            <a:off x="5287391" y="2729230"/>
            <a:ext cx="198882" cy="164592"/>
          </a:xfrm>
          <a:prstGeom prst="rect">
            <a:avLst/>
          </a:prstGeom>
          <a:solidFill>
            <a:srgbClr val="FF0000"/>
          </a:solidFill>
          <a:ln w="6350">
            <a:solidFill>
              <a:srgbClr val="666666"/>
            </a:solidFill>
            <a:prstDash val="solid"/>
          </a:ln>
        </p:spPr>
      </p:sp>
      <p:sp>
        <p:nvSpPr>
          <p:cNvPr id="578" name="Shape 540"/>
          <p:cNvSpPr/>
          <p:nvPr/>
        </p:nvSpPr>
        <p:spPr>
          <a:xfrm>
            <a:off x="5486273" y="2729230"/>
            <a:ext cx="198882" cy="164592"/>
          </a:xfrm>
          <a:prstGeom prst="rect">
            <a:avLst/>
          </a:prstGeom>
          <a:solidFill>
            <a:srgbClr val="FF0000"/>
          </a:solidFill>
          <a:ln w="6350">
            <a:solidFill>
              <a:srgbClr val="666666"/>
            </a:solidFill>
            <a:prstDash val="solid"/>
          </a:ln>
        </p:spPr>
      </p:sp>
      <p:sp>
        <p:nvSpPr>
          <p:cNvPr id="579" name="Shape 541"/>
          <p:cNvSpPr/>
          <p:nvPr/>
        </p:nvSpPr>
        <p:spPr>
          <a:xfrm>
            <a:off x="5685155" y="2729230"/>
            <a:ext cx="198882" cy="164592"/>
          </a:xfrm>
          <a:prstGeom prst="rect">
            <a:avLst/>
          </a:prstGeom>
          <a:solidFill>
            <a:srgbClr val="FF0000"/>
          </a:solidFill>
          <a:ln w="6350">
            <a:solidFill>
              <a:srgbClr val="666666"/>
            </a:solidFill>
            <a:prstDash val="solid"/>
          </a:ln>
        </p:spPr>
      </p:sp>
      <p:sp>
        <p:nvSpPr>
          <p:cNvPr id="580" name="Shape 542"/>
          <p:cNvSpPr/>
          <p:nvPr/>
        </p:nvSpPr>
        <p:spPr>
          <a:xfrm>
            <a:off x="5884037" y="2729230"/>
            <a:ext cx="198882" cy="164592"/>
          </a:xfrm>
          <a:prstGeom prst="rect">
            <a:avLst/>
          </a:prstGeom>
          <a:solidFill>
            <a:srgbClr val="FF0000"/>
          </a:solidFill>
          <a:ln w="6350">
            <a:solidFill>
              <a:srgbClr val="666666"/>
            </a:solidFill>
            <a:prstDash val="solid"/>
          </a:ln>
        </p:spPr>
      </p:sp>
      <p:sp>
        <p:nvSpPr>
          <p:cNvPr id="581" name="Shape 543"/>
          <p:cNvSpPr/>
          <p:nvPr/>
        </p:nvSpPr>
        <p:spPr>
          <a:xfrm>
            <a:off x="6082919" y="2729230"/>
            <a:ext cx="198882" cy="164592"/>
          </a:xfrm>
          <a:prstGeom prst="rect">
            <a:avLst/>
          </a:prstGeom>
          <a:solidFill>
            <a:srgbClr val="FF0000"/>
          </a:solidFill>
          <a:ln w="6350">
            <a:solidFill>
              <a:srgbClr val="666666"/>
            </a:solidFill>
            <a:prstDash val="solid"/>
          </a:ln>
        </p:spPr>
      </p:sp>
      <p:sp>
        <p:nvSpPr>
          <p:cNvPr id="582" name="Shape 544"/>
          <p:cNvSpPr/>
          <p:nvPr/>
        </p:nvSpPr>
        <p:spPr>
          <a:xfrm>
            <a:off x="6281801" y="2729230"/>
            <a:ext cx="198882" cy="164592"/>
          </a:xfrm>
          <a:prstGeom prst="rect">
            <a:avLst/>
          </a:prstGeom>
          <a:solidFill>
            <a:srgbClr val="FF0000"/>
          </a:solidFill>
          <a:ln w="6350">
            <a:solidFill>
              <a:srgbClr val="666666"/>
            </a:solidFill>
            <a:prstDash val="solid"/>
          </a:ln>
        </p:spPr>
      </p:sp>
      <p:sp>
        <p:nvSpPr>
          <p:cNvPr id="583" name="Shape 545"/>
          <p:cNvSpPr/>
          <p:nvPr/>
        </p:nvSpPr>
        <p:spPr>
          <a:xfrm>
            <a:off x="6480683" y="2729230"/>
            <a:ext cx="198882" cy="164592"/>
          </a:xfrm>
          <a:prstGeom prst="rect">
            <a:avLst/>
          </a:prstGeom>
          <a:solidFill>
            <a:srgbClr val="FF0000"/>
          </a:solidFill>
          <a:ln w="6350">
            <a:solidFill>
              <a:srgbClr val="666666"/>
            </a:solidFill>
            <a:prstDash val="solid"/>
          </a:ln>
        </p:spPr>
      </p:sp>
      <p:sp>
        <p:nvSpPr>
          <p:cNvPr id="584" name="Shape 546"/>
          <p:cNvSpPr/>
          <p:nvPr/>
        </p:nvSpPr>
        <p:spPr>
          <a:xfrm>
            <a:off x="6679565" y="2729230"/>
            <a:ext cx="198882" cy="164592"/>
          </a:xfrm>
          <a:prstGeom prst="rect">
            <a:avLst/>
          </a:prstGeom>
          <a:solidFill>
            <a:srgbClr val="FF0000"/>
          </a:solidFill>
          <a:ln w="6350">
            <a:solidFill>
              <a:srgbClr val="666666"/>
            </a:solidFill>
            <a:prstDash val="solid"/>
          </a:ln>
        </p:spPr>
      </p:sp>
      <p:sp>
        <p:nvSpPr>
          <p:cNvPr id="585" name="Shape 547"/>
          <p:cNvSpPr/>
          <p:nvPr/>
        </p:nvSpPr>
        <p:spPr>
          <a:xfrm>
            <a:off x="6878447" y="2729230"/>
            <a:ext cx="198882" cy="164592"/>
          </a:xfrm>
          <a:prstGeom prst="rect">
            <a:avLst/>
          </a:prstGeom>
          <a:solidFill>
            <a:srgbClr val="FF0000"/>
          </a:solidFill>
          <a:ln w="6350">
            <a:solidFill>
              <a:srgbClr val="666666"/>
            </a:solidFill>
            <a:prstDash val="solid"/>
          </a:ln>
        </p:spPr>
      </p:sp>
      <p:sp>
        <p:nvSpPr>
          <p:cNvPr id="586" name="Shape 548"/>
          <p:cNvSpPr/>
          <p:nvPr/>
        </p:nvSpPr>
        <p:spPr>
          <a:xfrm>
            <a:off x="7077329" y="2729230"/>
            <a:ext cx="198882" cy="164592"/>
          </a:xfrm>
          <a:prstGeom prst="rect">
            <a:avLst/>
          </a:prstGeom>
          <a:solidFill>
            <a:srgbClr val="FF0000"/>
          </a:solidFill>
          <a:ln w="6350">
            <a:solidFill>
              <a:srgbClr val="666666"/>
            </a:solidFill>
            <a:prstDash val="solid"/>
          </a:ln>
        </p:spPr>
      </p:sp>
      <p:sp>
        <p:nvSpPr>
          <p:cNvPr id="587" name="Shape 549"/>
          <p:cNvSpPr/>
          <p:nvPr/>
        </p:nvSpPr>
        <p:spPr>
          <a:xfrm>
            <a:off x="7276211" y="2729230"/>
            <a:ext cx="198882" cy="164592"/>
          </a:xfrm>
          <a:prstGeom prst="rect">
            <a:avLst/>
          </a:prstGeom>
          <a:solidFill>
            <a:srgbClr val="FF0000"/>
          </a:solidFill>
          <a:ln w="6350">
            <a:solidFill>
              <a:srgbClr val="666666"/>
            </a:solidFill>
            <a:prstDash val="solid"/>
          </a:ln>
        </p:spPr>
      </p:sp>
      <p:sp>
        <p:nvSpPr>
          <p:cNvPr id="588" name="Shape 550"/>
          <p:cNvSpPr/>
          <p:nvPr/>
        </p:nvSpPr>
        <p:spPr>
          <a:xfrm>
            <a:off x="7475093" y="2729230"/>
            <a:ext cx="198882" cy="164592"/>
          </a:xfrm>
          <a:prstGeom prst="rect">
            <a:avLst/>
          </a:prstGeom>
          <a:solidFill>
            <a:srgbClr val="FF0000"/>
          </a:solidFill>
          <a:ln w="6350">
            <a:solidFill>
              <a:srgbClr val="666666"/>
            </a:solidFill>
            <a:prstDash val="solid"/>
          </a:ln>
        </p:spPr>
      </p:sp>
      <p:sp>
        <p:nvSpPr>
          <p:cNvPr id="589" name="Shape 551"/>
          <p:cNvSpPr/>
          <p:nvPr/>
        </p:nvSpPr>
        <p:spPr>
          <a:xfrm>
            <a:off x="7673975" y="2729230"/>
            <a:ext cx="198882" cy="164592"/>
          </a:xfrm>
          <a:prstGeom prst="rect">
            <a:avLst/>
          </a:prstGeom>
          <a:solidFill>
            <a:srgbClr val="FF0000"/>
          </a:solidFill>
          <a:ln w="6350">
            <a:solidFill>
              <a:srgbClr val="666666"/>
            </a:solidFill>
            <a:prstDash val="solid"/>
          </a:ln>
        </p:spPr>
      </p:sp>
      <p:sp>
        <p:nvSpPr>
          <p:cNvPr id="590" name="Shape 552"/>
          <p:cNvSpPr/>
          <p:nvPr/>
        </p:nvSpPr>
        <p:spPr>
          <a:xfrm>
            <a:off x="7872857" y="2729230"/>
            <a:ext cx="198882" cy="164592"/>
          </a:xfrm>
          <a:prstGeom prst="rect">
            <a:avLst/>
          </a:prstGeom>
          <a:solidFill>
            <a:srgbClr val="FF0000"/>
          </a:solidFill>
          <a:ln w="6350">
            <a:solidFill>
              <a:srgbClr val="666666"/>
            </a:solidFill>
            <a:prstDash val="solid"/>
          </a:ln>
        </p:spPr>
      </p:sp>
      <p:sp>
        <p:nvSpPr>
          <p:cNvPr id="591" name="Shape 553"/>
          <p:cNvSpPr/>
          <p:nvPr/>
        </p:nvSpPr>
        <p:spPr>
          <a:xfrm>
            <a:off x="8071739" y="2729230"/>
            <a:ext cx="198882" cy="164592"/>
          </a:xfrm>
          <a:prstGeom prst="rect">
            <a:avLst/>
          </a:prstGeom>
          <a:solidFill>
            <a:srgbClr val="FF0000"/>
          </a:solidFill>
          <a:ln w="6350">
            <a:solidFill>
              <a:srgbClr val="666666"/>
            </a:solidFill>
            <a:prstDash val="solid"/>
          </a:ln>
        </p:spPr>
      </p:sp>
      <p:sp>
        <p:nvSpPr>
          <p:cNvPr id="592" name="Shape 554"/>
          <p:cNvSpPr/>
          <p:nvPr/>
        </p:nvSpPr>
        <p:spPr>
          <a:xfrm>
            <a:off x="8270621" y="2729230"/>
            <a:ext cx="198882" cy="164592"/>
          </a:xfrm>
          <a:prstGeom prst="rect">
            <a:avLst/>
          </a:prstGeom>
          <a:solidFill>
            <a:srgbClr val="FF0000"/>
          </a:solidFill>
          <a:ln w="6350">
            <a:solidFill>
              <a:srgbClr val="666666"/>
            </a:solidFill>
            <a:prstDash val="solid"/>
          </a:ln>
        </p:spPr>
      </p:sp>
      <p:sp>
        <p:nvSpPr>
          <p:cNvPr id="593" name="Shape 555"/>
          <p:cNvSpPr/>
          <p:nvPr/>
        </p:nvSpPr>
        <p:spPr>
          <a:xfrm>
            <a:off x="8469503" y="2729230"/>
            <a:ext cx="198882" cy="164592"/>
          </a:xfrm>
          <a:prstGeom prst="rect">
            <a:avLst/>
          </a:prstGeom>
          <a:solidFill>
            <a:srgbClr val="FF0000"/>
          </a:solidFill>
          <a:ln w="6350">
            <a:solidFill>
              <a:srgbClr val="666666"/>
            </a:solidFill>
            <a:prstDash val="solid"/>
          </a:ln>
        </p:spPr>
      </p:sp>
      <p:sp>
        <p:nvSpPr>
          <p:cNvPr id="594" name="Shape 560"/>
          <p:cNvSpPr/>
          <p:nvPr/>
        </p:nvSpPr>
        <p:spPr>
          <a:xfrm>
            <a:off x="1508633" y="2893822"/>
            <a:ext cx="198882" cy="164592"/>
          </a:xfrm>
          <a:prstGeom prst="rect">
            <a:avLst/>
          </a:prstGeom>
          <a:solidFill>
            <a:srgbClr val="FFFFFF"/>
          </a:solidFill>
          <a:ln w="6350">
            <a:solidFill>
              <a:srgbClr val="666666"/>
            </a:solidFill>
            <a:prstDash val="solid"/>
          </a:ln>
        </p:spPr>
      </p:sp>
      <p:sp>
        <p:nvSpPr>
          <p:cNvPr id="595" name="Shape 561"/>
          <p:cNvSpPr/>
          <p:nvPr/>
        </p:nvSpPr>
        <p:spPr>
          <a:xfrm>
            <a:off x="1707515" y="2893822"/>
            <a:ext cx="198882" cy="164592"/>
          </a:xfrm>
          <a:prstGeom prst="rect">
            <a:avLst/>
          </a:prstGeom>
          <a:solidFill>
            <a:srgbClr val="FFFFFF"/>
          </a:solidFill>
          <a:ln w="6350">
            <a:solidFill>
              <a:srgbClr val="666666"/>
            </a:solidFill>
            <a:prstDash val="solid"/>
          </a:ln>
        </p:spPr>
      </p:sp>
      <p:sp>
        <p:nvSpPr>
          <p:cNvPr id="596" name="Shape 562"/>
          <p:cNvSpPr/>
          <p:nvPr/>
        </p:nvSpPr>
        <p:spPr>
          <a:xfrm>
            <a:off x="1906397" y="2893822"/>
            <a:ext cx="198882" cy="164592"/>
          </a:xfrm>
          <a:prstGeom prst="rect">
            <a:avLst/>
          </a:prstGeom>
          <a:solidFill>
            <a:srgbClr val="FFFFFF"/>
          </a:solidFill>
          <a:ln w="6350">
            <a:solidFill>
              <a:srgbClr val="666666"/>
            </a:solidFill>
            <a:prstDash val="solid"/>
          </a:ln>
        </p:spPr>
      </p:sp>
      <p:sp>
        <p:nvSpPr>
          <p:cNvPr id="597" name="Shape 563"/>
          <p:cNvSpPr/>
          <p:nvPr/>
        </p:nvSpPr>
        <p:spPr>
          <a:xfrm>
            <a:off x="2105279" y="2893822"/>
            <a:ext cx="198882" cy="164592"/>
          </a:xfrm>
          <a:prstGeom prst="rect">
            <a:avLst/>
          </a:prstGeom>
          <a:solidFill>
            <a:srgbClr val="FFFFFF"/>
          </a:solidFill>
          <a:ln w="6350">
            <a:solidFill>
              <a:srgbClr val="666666"/>
            </a:solidFill>
            <a:prstDash val="solid"/>
          </a:ln>
        </p:spPr>
      </p:sp>
      <p:sp>
        <p:nvSpPr>
          <p:cNvPr id="598" name="Shape 564"/>
          <p:cNvSpPr/>
          <p:nvPr/>
        </p:nvSpPr>
        <p:spPr>
          <a:xfrm>
            <a:off x="2304161" y="2893822"/>
            <a:ext cx="198882" cy="164592"/>
          </a:xfrm>
          <a:prstGeom prst="rect">
            <a:avLst/>
          </a:prstGeom>
          <a:solidFill>
            <a:srgbClr val="FFFFFF"/>
          </a:solidFill>
          <a:ln w="6350">
            <a:solidFill>
              <a:srgbClr val="666666"/>
            </a:solidFill>
            <a:prstDash val="solid"/>
          </a:ln>
        </p:spPr>
      </p:sp>
      <p:sp>
        <p:nvSpPr>
          <p:cNvPr id="599" name="Shape 565"/>
          <p:cNvSpPr/>
          <p:nvPr/>
        </p:nvSpPr>
        <p:spPr>
          <a:xfrm>
            <a:off x="2503043" y="2893822"/>
            <a:ext cx="198882" cy="164592"/>
          </a:xfrm>
          <a:prstGeom prst="rect">
            <a:avLst/>
          </a:prstGeom>
          <a:solidFill>
            <a:srgbClr val="FFFFFF"/>
          </a:solidFill>
          <a:ln w="6350">
            <a:solidFill>
              <a:srgbClr val="666666"/>
            </a:solidFill>
            <a:prstDash val="solid"/>
          </a:ln>
        </p:spPr>
      </p:sp>
      <p:sp>
        <p:nvSpPr>
          <p:cNvPr id="600" name="Shape 566"/>
          <p:cNvSpPr/>
          <p:nvPr/>
        </p:nvSpPr>
        <p:spPr>
          <a:xfrm>
            <a:off x="2701925" y="2893822"/>
            <a:ext cx="198882" cy="164592"/>
          </a:xfrm>
          <a:prstGeom prst="rect">
            <a:avLst/>
          </a:prstGeom>
          <a:solidFill>
            <a:srgbClr val="FFFFFF"/>
          </a:solidFill>
          <a:ln w="6350">
            <a:solidFill>
              <a:srgbClr val="666666"/>
            </a:solidFill>
            <a:prstDash val="solid"/>
          </a:ln>
        </p:spPr>
      </p:sp>
      <p:sp>
        <p:nvSpPr>
          <p:cNvPr id="601" name="Shape 567"/>
          <p:cNvSpPr/>
          <p:nvPr/>
        </p:nvSpPr>
        <p:spPr>
          <a:xfrm>
            <a:off x="2900807" y="2893822"/>
            <a:ext cx="198882" cy="164592"/>
          </a:xfrm>
          <a:prstGeom prst="rect">
            <a:avLst/>
          </a:prstGeom>
          <a:solidFill>
            <a:srgbClr val="FFFFFF"/>
          </a:solidFill>
          <a:ln w="6350">
            <a:solidFill>
              <a:srgbClr val="666666"/>
            </a:solidFill>
            <a:prstDash val="solid"/>
          </a:ln>
        </p:spPr>
      </p:sp>
      <p:sp>
        <p:nvSpPr>
          <p:cNvPr id="602" name="Shape 568"/>
          <p:cNvSpPr/>
          <p:nvPr/>
        </p:nvSpPr>
        <p:spPr>
          <a:xfrm>
            <a:off x="3099689" y="2893822"/>
            <a:ext cx="198882" cy="164592"/>
          </a:xfrm>
          <a:prstGeom prst="rect">
            <a:avLst/>
          </a:prstGeom>
          <a:solidFill>
            <a:srgbClr val="FFFFFF"/>
          </a:solidFill>
          <a:ln w="6350">
            <a:solidFill>
              <a:srgbClr val="666666"/>
            </a:solidFill>
            <a:prstDash val="solid"/>
          </a:ln>
        </p:spPr>
      </p:sp>
      <p:sp>
        <p:nvSpPr>
          <p:cNvPr id="603" name="Shape 569"/>
          <p:cNvSpPr/>
          <p:nvPr/>
        </p:nvSpPr>
        <p:spPr>
          <a:xfrm>
            <a:off x="3298571" y="2893822"/>
            <a:ext cx="198882" cy="164592"/>
          </a:xfrm>
          <a:prstGeom prst="rect">
            <a:avLst/>
          </a:prstGeom>
          <a:solidFill>
            <a:srgbClr val="FFFFFF"/>
          </a:solidFill>
          <a:ln w="6350">
            <a:solidFill>
              <a:srgbClr val="666666"/>
            </a:solidFill>
            <a:prstDash val="solid"/>
          </a:ln>
        </p:spPr>
      </p:sp>
      <p:sp>
        <p:nvSpPr>
          <p:cNvPr id="604" name="Shape 570"/>
          <p:cNvSpPr/>
          <p:nvPr/>
        </p:nvSpPr>
        <p:spPr>
          <a:xfrm>
            <a:off x="3497453" y="2893822"/>
            <a:ext cx="198882" cy="164592"/>
          </a:xfrm>
          <a:prstGeom prst="rect">
            <a:avLst/>
          </a:prstGeom>
          <a:noFill/>
          <a:ln w="6350">
            <a:solidFill>
              <a:srgbClr val="666666"/>
            </a:solidFill>
            <a:prstDash val="solid"/>
          </a:ln>
        </p:spPr>
      </p:sp>
      <p:sp>
        <p:nvSpPr>
          <p:cNvPr id="605" name="Shape 571"/>
          <p:cNvSpPr/>
          <p:nvPr/>
        </p:nvSpPr>
        <p:spPr>
          <a:xfrm>
            <a:off x="3696335" y="2893822"/>
            <a:ext cx="198882" cy="164592"/>
          </a:xfrm>
          <a:prstGeom prst="rect">
            <a:avLst/>
          </a:prstGeom>
          <a:noFill/>
          <a:ln w="6350">
            <a:solidFill>
              <a:srgbClr val="666666"/>
            </a:solidFill>
            <a:prstDash val="solid"/>
          </a:ln>
        </p:spPr>
      </p:sp>
      <p:sp>
        <p:nvSpPr>
          <p:cNvPr id="606" name="Shape 572"/>
          <p:cNvSpPr/>
          <p:nvPr/>
        </p:nvSpPr>
        <p:spPr>
          <a:xfrm>
            <a:off x="3895217" y="2893822"/>
            <a:ext cx="198882" cy="164592"/>
          </a:xfrm>
          <a:prstGeom prst="rect">
            <a:avLst/>
          </a:prstGeom>
          <a:solidFill>
            <a:srgbClr val="00B050"/>
          </a:solidFill>
          <a:ln w="6350">
            <a:solidFill>
              <a:srgbClr val="666666"/>
            </a:solidFill>
            <a:prstDash val="solid"/>
          </a:ln>
        </p:spPr>
      </p:sp>
      <p:sp>
        <p:nvSpPr>
          <p:cNvPr id="607" name="Shape 573"/>
          <p:cNvSpPr/>
          <p:nvPr/>
        </p:nvSpPr>
        <p:spPr>
          <a:xfrm>
            <a:off x="4094099" y="2893822"/>
            <a:ext cx="198882" cy="164592"/>
          </a:xfrm>
          <a:prstGeom prst="rect">
            <a:avLst/>
          </a:prstGeom>
          <a:solidFill>
            <a:srgbClr val="00B050"/>
          </a:solidFill>
          <a:ln w="6350">
            <a:solidFill>
              <a:srgbClr val="666666"/>
            </a:solidFill>
            <a:prstDash val="solid"/>
          </a:ln>
        </p:spPr>
      </p:sp>
      <p:sp>
        <p:nvSpPr>
          <p:cNvPr id="608" name="Shape 574"/>
          <p:cNvSpPr/>
          <p:nvPr/>
        </p:nvSpPr>
        <p:spPr>
          <a:xfrm>
            <a:off x="4292981" y="2893822"/>
            <a:ext cx="198882" cy="164592"/>
          </a:xfrm>
          <a:prstGeom prst="rect">
            <a:avLst/>
          </a:prstGeom>
          <a:solidFill>
            <a:srgbClr val="00B050"/>
          </a:solidFill>
          <a:ln w="6350">
            <a:solidFill>
              <a:srgbClr val="666666"/>
            </a:solidFill>
            <a:prstDash val="solid"/>
          </a:ln>
        </p:spPr>
      </p:sp>
      <p:sp>
        <p:nvSpPr>
          <p:cNvPr id="609" name="Shape 575"/>
          <p:cNvSpPr/>
          <p:nvPr/>
        </p:nvSpPr>
        <p:spPr>
          <a:xfrm>
            <a:off x="4491863" y="2893822"/>
            <a:ext cx="198882" cy="164592"/>
          </a:xfrm>
          <a:prstGeom prst="rect">
            <a:avLst/>
          </a:prstGeom>
          <a:solidFill>
            <a:srgbClr val="00B050"/>
          </a:solidFill>
          <a:ln w="6350">
            <a:solidFill>
              <a:srgbClr val="666666"/>
            </a:solidFill>
            <a:prstDash val="solid"/>
          </a:ln>
        </p:spPr>
      </p:sp>
      <p:sp>
        <p:nvSpPr>
          <p:cNvPr id="610" name="Shape 576"/>
          <p:cNvSpPr/>
          <p:nvPr/>
        </p:nvSpPr>
        <p:spPr>
          <a:xfrm>
            <a:off x="4690745" y="2893822"/>
            <a:ext cx="198882" cy="164592"/>
          </a:xfrm>
          <a:prstGeom prst="rect">
            <a:avLst/>
          </a:prstGeom>
          <a:solidFill>
            <a:srgbClr val="00B050"/>
          </a:solidFill>
          <a:ln w="6350">
            <a:solidFill>
              <a:srgbClr val="666666"/>
            </a:solidFill>
            <a:prstDash val="solid"/>
          </a:ln>
          <a:extLst/>
        </p:spPr>
      </p:sp>
      <p:sp>
        <p:nvSpPr>
          <p:cNvPr id="611" name="Shape 577"/>
          <p:cNvSpPr/>
          <p:nvPr/>
        </p:nvSpPr>
        <p:spPr>
          <a:xfrm>
            <a:off x="4889627" y="2893822"/>
            <a:ext cx="198882" cy="164592"/>
          </a:xfrm>
          <a:prstGeom prst="rect">
            <a:avLst/>
          </a:prstGeom>
          <a:solidFill>
            <a:srgbClr val="00B050"/>
          </a:solidFill>
          <a:ln w="6350">
            <a:solidFill>
              <a:srgbClr val="666666"/>
            </a:solidFill>
            <a:prstDash val="solid"/>
          </a:ln>
          <a:extLst/>
        </p:spPr>
      </p:sp>
      <p:sp>
        <p:nvSpPr>
          <p:cNvPr id="612" name="Shape 578"/>
          <p:cNvSpPr/>
          <p:nvPr/>
        </p:nvSpPr>
        <p:spPr>
          <a:xfrm>
            <a:off x="5088509" y="2893822"/>
            <a:ext cx="198882" cy="164592"/>
          </a:xfrm>
          <a:prstGeom prst="rect">
            <a:avLst/>
          </a:prstGeom>
          <a:solidFill>
            <a:srgbClr val="00B050"/>
          </a:solidFill>
          <a:ln w="6350">
            <a:solidFill>
              <a:srgbClr val="666666"/>
            </a:solidFill>
            <a:prstDash val="solid"/>
          </a:ln>
        </p:spPr>
      </p:sp>
      <p:sp>
        <p:nvSpPr>
          <p:cNvPr id="613" name="Shape 579"/>
          <p:cNvSpPr/>
          <p:nvPr/>
        </p:nvSpPr>
        <p:spPr>
          <a:xfrm>
            <a:off x="5287391" y="2893822"/>
            <a:ext cx="198882" cy="164592"/>
          </a:xfrm>
          <a:prstGeom prst="rect">
            <a:avLst/>
          </a:prstGeom>
          <a:solidFill>
            <a:srgbClr val="00B050"/>
          </a:solidFill>
          <a:ln w="6350">
            <a:solidFill>
              <a:srgbClr val="666666"/>
            </a:solidFill>
            <a:prstDash val="solid"/>
          </a:ln>
        </p:spPr>
      </p:sp>
      <p:sp>
        <p:nvSpPr>
          <p:cNvPr id="614" name="Shape 580"/>
          <p:cNvSpPr/>
          <p:nvPr/>
        </p:nvSpPr>
        <p:spPr>
          <a:xfrm>
            <a:off x="5486273" y="2893822"/>
            <a:ext cx="198882" cy="164592"/>
          </a:xfrm>
          <a:prstGeom prst="rect">
            <a:avLst/>
          </a:prstGeom>
          <a:solidFill>
            <a:srgbClr val="00B050"/>
          </a:solidFill>
          <a:ln w="6350">
            <a:solidFill>
              <a:srgbClr val="666666"/>
            </a:solidFill>
            <a:prstDash val="solid"/>
          </a:ln>
        </p:spPr>
      </p:sp>
      <p:sp>
        <p:nvSpPr>
          <p:cNvPr id="615" name="Shape 581"/>
          <p:cNvSpPr/>
          <p:nvPr/>
        </p:nvSpPr>
        <p:spPr>
          <a:xfrm>
            <a:off x="5685155" y="2893822"/>
            <a:ext cx="198882" cy="164592"/>
          </a:xfrm>
          <a:prstGeom prst="rect">
            <a:avLst/>
          </a:prstGeom>
          <a:solidFill>
            <a:srgbClr val="00B050"/>
          </a:solidFill>
          <a:ln w="6350">
            <a:solidFill>
              <a:srgbClr val="666666"/>
            </a:solidFill>
            <a:prstDash val="solid"/>
          </a:ln>
        </p:spPr>
      </p:sp>
      <p:sp>
        <p:nvSpPr>
          <p:cNvPr id="616" name="Shape 582"/>
          <p:cNvSpPr/>
          <p:nvPr/>
        </p:nvSpPr>
        <p:spPr>
          <a:xfrm>
            <a:off x="5884037" y="2893822"/>
            <a:ext cx="198882" cy="164592"/>
          </a:xfrm>
          <a:prstGeom prst="rect">
            <a:avLst/>
          </a:prstGeom>
          <a:solidFill>
            <a:srgbClr val="00B050"/>
          </a:solidFill>
          <a:ln w="6350">
            <a:solidFill>
              <a:srgbClr val="666666"/>
            </a:solidFill>
            <a:prstDash val="solid"/>
          </a:ln>
        </p:spPr>
      </p:sp>
      <p:sp>
        <p:nvSpPr>
          <p:cNvPr id="617" name="Shape 583"/>
          <p:cNvSpPr/>
          <p:nvPr/>
        </p:nvSpPr>
        <p:spPr>
          <a:xfrm>
            <a:off x="6082919" y="2893822"/>
            <a:ext cx="198882" cy="164592"/>
          </a:xfrm>
          <a:prstGeom prst="rect">
            <a:avLst/>
          </a:prstGeom>
          <a:solidFill>
            <a:srgbClr val="00B050"/>
          </a:solidFill>
          <a:ln w="6350">
            <a:solidFill>
              <a:srgbClr val="666666"/>
            </a:solidFill>
            <a:prstDash val="solid"/>
          </a:ln>
        </p:spPr>
      </p:sp>
      <p:sp>
        <p:nvSpPr>
          <p:cNvPr id="618" name="Shape 584"/>
          <p:cNvSpPr/>
          <p:nvPr/>
        </p:nvSpPr>
        <p:spPr>
          <a:xfrm>
            <a:off x="6281801" y="2893822"/>
            <a:ext cx="198882" cy="164592"/>
          </a:xfrm>
          <a:prstGeom prst="rect">
            <a:avLst/>
          </a:prstGeom>
          <a:noFill/>
          <a:ln w="6350">
            <a:solidFill>
              <a:srgbClr val="666666"/>
            </a:solidFill>
            <a:prstDash val="solid"/>
          </a:ln>
        </p:spPr>
      </p:sp>
      <p:sp>
        <p:nvSpPr>
          <p:cNvPr id="619" name="Shape 585"/>
          <p:cNvSpPr/>
          <p:nvPr/>
        </p:nvSpPr>
        <p:spPr>
          <a:xfrm>
            <a:off x="6480683" y="2893822"/>
            <a:ext cx="198882" cy="164592"/>
          </a:xfrm>
          <a:prstGeom prst="rect">
            <a:avLst/>
          </a:prstGeom>
          <a:solidFill>
            <a:srgbClr val="FFFFFF"/>
          </a:solidFill>
          <a:ln w="6350">
            <a:solidFill>
              <a:srgbClr val="666666"/>
            </a:solidFill>
            <a:prstDash val="solid"/>
          </a:ln>
        </p:spPr>
      </p:sp>
      <p:sp>
        <p:nvSpPr>
          <p:cNvPr id="620" name="Shape 586"/>
          <p:cNvSpPr/>
          <p:nvPr/>
        </p:nvSpPr>
        <p:spPr>
          <a:xfrm>
            <a:off x="6679565" y="2893822"/>
            <a:ext cx="198882" cy="164592"/>
          </a:xfrm>
          <a:prstGeom prst="rect">
            <a:avLst/>
          </a:prstGeom>
          <a:solidFill>
            <a:srgbClr val="FFFFFF"/>
          </a:solidFill>
          <a:ln w="6350">
            <a:solidFill>
              <a:srgbClr val="666666"/>
            </a:solidFill>
            <a:prstDash val="solid"/>
          </a:ln>
        </p:spPr>
      </p:sp>
      <p:sp>
        <p:nvSpPr>
          <p:cNvPr id="621" name="Shape 587"/>
          <p:cNvSpPr/>
          <p:nvPr/>
        </p:nvSpPr>
        <p:spPr>
          <a:xfrm>
            <a:off x="6878447" y="2893822"/>
            <a:ext cx="198882" cy="164592"/>
          </a:xfrm>
          <a:prstGeom prst="rect">
            <a:avLst/>
          </a:prstGeom>
          <a:solidFill>
            <a:srgbClr val="FFFFFF"/>
          </a:solidFill>
          <a:ln w="6350">
            <a:solidFill>
              <a:srgbClr val="666666"/>
            </a:solidFill>
            <a:prstDash val="solid"/>
          </a:ln>
        </p:spPr>
      </p:sp>
      <p:sp>
        <p:nvSpPr>
          <p:cNvPr id="622" name="Shape 588"/>
          <p:cNvSpPr/>
          <p:nvPr/>
        </p:nvSpPr>
        <p:spPr>
          <a:xfrm>
            <a:off x="7077329" y="2893822"/>
            <a:ext cx="198882" cy="164592"/>
          </a:xfrm>
          <a:prstGeom prst="rect">
            <a:avLst/>
          </a:prstGeom>
          <a:solidFill>
            <a:srgbClr val="FFFFFF"/>
          </a:solidFill>
          <a:ln w="6350">
            <a:solidFill>
              <a:srgbClr val="666666"/>
            </a:solidFill>
            <a:prstDash val="solid"/>
          </a:ln>
        </p:spPr>
      </p:sp>
      <p:sp>
        <p:nvSpPr>
          <p:cNvPr id="623" name="Shape 589"/>
          <p:cNvSpPr/>
          <p:nvPr/>
        </p:nvSpPr>
        <p:spPr>
          <a:xfrm>
            <a:off x="7276211" y="2893822"/>
            <a:ext cx="198882" cy="164592"/>
          </a:xfrm>
          <a:prstGeom prst="rect">
            <a:avLst/>
          </a:prstGeom>
          <a:solidFill>
            <a:srgbClr val="FFFFFF"/>
          </a:solidFill>
          <a:ln w="6350">
            <a:solidFill>
              <a:srgbClr val="666666"/>
            </a:solidFill>
            <a:prstDash val="solid"/>
          </a:ln>
        </p:spPr>
      </p:sp>
      <p:sp>
        <p:nvSpPr>
          <p:cNvPr id="624" name="Shape 590"/>
          <p:cNvSpPr/>
          <p:nvPr/>
        </p:nvSpPr>
        <p:spPr>
          <a:xfrm>
            <a:off x="7475093" y="2893822"/>
            <a:ext cx="198882" cy="164592"/>
          </a:xfrm>
          <a:prstGeom prst="rect">
            <a:avLst/>
          </a:prstGeom>
          <a:solidFill>
            <a:srgbClr val="FFFFFF"/>
          </a:solidFill>
          <a:ln w="6350">
            <a:solidFill>
              <a:srgbClr val="666666"/>
            </a:solidFill>
            <a:prstDash val="solid"/>
          </a:ln>
        </p:spPr>
      </p:sp>
      <p:sp>
        <p:nvSpPr>
          <p:cNvPr id="625" name="Shape 591"/>
          <p:cNvSpPr/>
          <p:nvPr/>
        </p:nvSpPr>
        <p:spPr>
          <a:xfrm>
            <a:off x="7673975" y="2893822"/>
            <a:ext cx="198882" cy="164592"/>
          </a:xfrm>
          <a:prstGeom prst="rect">
            <a:avLst/>
          </a:prstGeom>
          <a:solidFill>
            <a:srgbClr val="FFFFFF"/>
          </a:solidFill>
          <a:ln w="6350">
            <a:solidFill>
              <a:srgbClr val="666666"/>
            </a:solidFill>
            <a:prstDash val="solid"/>
          </a:ln>
        </p:spPr>
      </p:sp>
      <p:sp>
        <p:nvSpPr>
          <p:cNvPr id="626" name="Shape 592"/>
          <p:cNvSpPr/>
          <p:nvPr/>
        </p:nvSpPr>
        <p:spPr>
          <a:xfrm>
            <a:off x="7872857" y="2893822"/>
            <a:ext cx="198882" cy="164592"/>
          </a:xfrm>
          <a:prstGeom prst="rect">
            <a:avLst/>
          </a:prstGeom>
          <a:solidFill>
            <a:srgbClr val="FFFFFF"/>
          </a:solidFill>
          <a:ln w="6350">
            <a:solidFill>
              <a:srgbClr val="666666"/>
            </a:solidFill>
            <a:prstDash val="solid"/>
          </a:ln>
        </p:spPr>
      </p:sp>
      <p:sp>
        <p:nvSpPr>
          <p:cNvPr id="627" name="Shape 593"/>
          <p:cNvSpPr/>
          <p:nvPr/>
        </p:nvSpPr>
        <p:spPr>
          <a:xfrm>
            <a:off x="8071739" y="2893822"/>
            <a:ext cx="198882" cy="164592"/>
          </a:xfrm>
          <a:prstGeom prst="rect">
            <a:avLst/>
          </a:prstGeom>
          <a:solidFill>
            <a:srgbClr val="FFFFFF"/>
          </a:solidFill>
          <a:ln w="6350">
            <a:solidFill>
              <a:srgbClr val="666666"/>
            </a:solidFill>
            <a:prstDash val="solid"/>
          </a:ln>
        </p:spPr>
      </p:sp>
      <p:sp>
        <p:nvSpPr>
          <p:cNvPr id="628" name="Shape 594"/>
          <p:cNvSpPr/>
          <p:nvPr/>
        </p:nvSpPr>
        <p:spPr>
          <a:xfrm>
            <a:off x="8270621" y="2893822"/>
            <a:ext cx="198882" cy="164592"/>
          </a:xfrm>
          <a:prstGeom prst="rect">
            <a:avLst/>
          </a:prstGeom>
          <a:solidFill>
            <a:srgbClr val="FFFFFF"/>
          </a:solidFill>
          <a:ln w="6350">
            <a:solidFill>
              <a:srgbClr val="666666"/>
            </a:solidFill>
            <a:prstDash val="solid"/>
          </a:ln>
        </p:spPr>
      </p:sp>
      <p:sp>
        <p:nvSpPr>
          <p:cNvPr id="629" name="Shape 595"/>
          <p:cNvSpPr/>
          <p:nvPr/>
        </p:nvSpPr>
        <p:spPr>
          <a:xfrm>
            <a:off x="8469503" y="2893822"/>
            <a:ext cx="198882" cy="164592"/>
          </a:xfrm>
          <a:prstGeom prst="rect">
            <a:avLst/>
          </a:prstGeom>
          <a:solidFill>
            <a:srgbClr val="FFFFFF"/>
          </a:solidFill>
          <a:ln w="6350">
            <a:solidFill>
              <a:srgbClr val="666666"/>
            </a:solidFill>
            <a:prstDash val="solid"/>
          </a:ln>
        </p:spPr>
      </p:sp>
      <p:sp>
        <p:nvSpPr>
          <p:cNvPr id="630" name="Text 596"/>
          <p:cNvSpPr/>
          <p:nvPr/>
        </p:nvSpPr>
        <p:spPr>
          <a:xfrm>
            <a:off x="99060" y="3152394"/>
            <a:ext cx="8709660" cy="192024"/>
          </a:xfrm>
          <a:prstGeom prst="rect">
            <a:avLst/>
          </a:prstGeom>
          <a:noFill/>
        </p:spPr>
        <p:txBody>
          <a:bodyPr wrap="square" rtlCol="0" anchor="ctr"/>
          <a:lstStyle/>
          <a:p>
            <a:pPr algn="ctr"/>
            <a:r>
              <a:rPr lang="en-US" sz="750" i="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Fig 5.1 - Gantt Chart.</a:t>
            </a:r>
            <a:endParaRPr lang="en-US" sz="750" dirty="0"/>
          </a:p>
        </p:txBody>
      </p:sp>
      <p:sp>
        <p:nvSpPr>
          <p:cNvPr id="631" name="Shape 597"/>
          <p:cNvSpPr/>
          <p:nvPr/>
        </p:nvSpPr>
        <p:spPr>
          <a:xfrm>
            <a:off x="2708910" y="3449574"/>
            <a:ext cx="1577340" cy="178308"/>
          </a:xfrm>
          <a:prstGeom prst="rect">
            <a:avLst/>
          </a:prstGeom>
          <a:solidFill>
            <a:srgbClr val="FF0000"/>
          </a:solidFill>
          <a:ln w="6350">
            <a:solidFill>
              <a:srgbClr val="666666"/>
            </a:solidFill>
            <a:prstDash val="solid"/>
          </a:ln>
        </p:spPr>
        <p:txBody>
          <a:bodyPr/>
          <a:lstStyle/>
          <a:p>
            <a:endParaRPr lang="en-US" dirty="0"/>
          </a:p>
        </p:txBody>
      </p:sp>
      <p:sp>
        <p:nvSpPr>
          <p:cNvPr id="632" name="Text 598"/>
          <p:cNvSpPr/>
          <p:nvPr/>
        </p:nvSpPr>
        <p:spPr>
          <a:xfrm>
            <a:off x="2664333" y="3460209"/>
            <a:ext cx="1577340" cy="178308"/>
          </a:xfrm>
          <a:prstGeom prst="rect">
            <a:avLst/>
          </a:prstGeom>
          <a:noFill/>
        </p:spPr>
        <p:txBody>
          <a:bodyPr wrap="square" rtlCol="0" anchor="ctr"/>
          <a:lstStyle/>
          <a:p>
            <a:pPr algn="ctr"/>
            <a:r>
              <a:rPr lang="en-US" sz="675" b="1" dirty="0">
                <a:solidFill>
                  <a:srgbClr val="FFFFFF"/>
                </a:solidFill>
                <a:latin typeface="Times New Roman" panose="02020603050405020304" pitchFamily="18" charset="0"/>
                <a:ea typeface="Times New Roman" panose="02020603050405020304" pitchFamily="34" charset="-122"/>
                <a:cs typeface="Times New Roman" panose="02020603050405020304" pitchFamily="34" charset="-120"/>
              </a:rPr>
              <a:t>PROPOSED ACTIVITY</a:t>
            </a:r>
            <a:endParaRPr lang="en-US" sz="675" dirty="0"/>
          </a:p>
        </p:txBody>
      </p:sp>
      <p:sp>
        <p:nvSpPr>
          <p:cNvPr id="633" name="Shape 599"/>
          <p:cNvSpPr/>
          <p:nvPr/>
        </p:nvSpPr>
        <p:spPr>
          <a:xfrm>
            <a:off x="4491990" y="3449574"/>
            <a:ext cx="1577340" cy="178308"/>
          </a:xfrm>
          <a:prstGeom prst="rect">
            <a:avLst/>
          </a:prstGeom>
          <a:solidFill>
            <a:srgbClr val="00B050"/>
          </a:solidFill>
          <a:ln w="6350">
            <a:solidFill>
              <a:srgbClr val="666666"/>
            </a:solidFill>
            <a:prstDash val="solid"/>
          </a:ln>
        </p:spPr>
      </p:sp>
      <p:sp>
        <p:nvSpPr>
          <p:cNvPr id="634" name="Text 600"/>
          <p:cNvSpPr/>
          <p:nvPr/>
        </p:nvSpPr>
        <p:spPr>
          <a:xfrm>
            <a:off x="4491990" y="3449574"/>
            <a:ext cx="1577340" cy="178308"/>
          </a:xfrm>
          <a:prstGeom prst="rect">
            <a:avLst/>
          </a:prstGeom>
          <a:noFill/>
        </p:spPr>
        <p:txBody>
          <a:bodyPr wrap="square" rtlCol="0" anchor="ctr"/>
          <a:lstStyle/>
          <a:p>
            <a:pPr algn="ctr"/>
            <a:r>
              <a:rPr lang="en-US" sz="675" b="1" dirty="0">
                <a:solidFill>
                  <a:srgbClr val="FFFFFF"/>
                </a:solidFill>
                <a:latin typeface="Times New Roman" panose="02020603050405020304" pitchFamily="18" charset="0"/>
                <a:ea typeface="Times New Roman" panose="02020603050405020304" pitchFamily="34" charset="-122"/>
                <a:cs typeface="Times New Roman" panose="02020603050405020304" pitchFamily="34" charset="-120"/>
              </a:rPr>
              <a:t>ACHIEVED ACTIVITY</a:t>
            </a:r>
            <a:endParaRPr lang="en-US" sz="67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marL="0" indent="0" algn="ctr">
              <a:buNone/>
            </a:pPr>
            <a:r>
              <a:rPr lang="en-US" sz="2800" b="1" dirty="0">
                <a:solidFill>
                  <a:srgbClr val="020202"/>
                </a:solidFill>
                <a:latin typeface="Times New Roman" pitchFamily="34" charset="0"/>
                <a:ea typeface="Times New Roman" pitchFamily="34" charset="-122"/>
                <a:cs typeface="Times New Roman" pitchFamily="34" charset="-120"/>
              </a:rPr>
              <a:t>Conclusion</a:t>
            </a:r>
            <a:endParaRPr lang="en-US" sz="2800" dirty="0"/>
          </a:p>
        </p:txBody>
      </p:sp>
      <p:sp>
        <p:nvSpPr>
          <p:cNvPr id="3" name="Text 1"/>
          <p:cNvSpPr txBox="1"/>
          <p:nvPr/>
        </p:nvSpPr>
        <p:spPr>
          <a:xfrm>
            <a:off x="411480" y="1143000"/>
            <a:ext cx="8321040" cy="3566160"/>
          </a:xfrm>
          <a:prstGeom prst="rect">
            <a:avLst/>
          </a:prstGeom>
          <a:noFill/>
          <a:ln/>
        </p:spPr>
        <p:txBody>
          <a:bodyPr wrap="square" lIns="0" tIns="0" rIns="0" bIns="0" rtlCol="0" anchor="t"/>
          <a:lstStyle/>
          <a:p>
            <a:pPr marL="0" indent="0" algn="just">
              <a:lnSpc>
                <a:spcPct val="125000"/>
              </a:lnSpc>
              <a:buNone/>
            </a:pPr>
            <a:r>
              <a:rPr lang="en-US" sz="1400" dirty="0">
                <a:solidFill>
                  <a:srgbClr val="020202"/>
                </a:solidFill>
                <a:latin typeface="Times New Roman" pitchFamily="34" charset="0"/>
                <a:ea typeface="Times New Roman" pitchFamily="34" charset="-122"/>
                <a:cs typeface="Times New Roman" pitchFamily="34" charset="-120"/>
              </a:rPr>
              <a:t>This methodology presents a controlled approach for evaluating Gap-Aware Retrieval (GAR) within the MIGRES framework. GAR uses the current information gap and previously collected evidence to retrieve and rank documents based on relevance, coverage, and novelty, and the selected documents are passed to MIGRES for filtering, extraction, and further iteration. GAR is evaluated against established retrieval methods, including BM25, DPR, Contriever, ColBERTv2, and SPLADE, with ablation studies examining each component's contribution and retrieval quality, answer quality, and efficiency assessed using defined metrics. Overall, the methodology aims to determine whether the information gap and existing evidence can improve retrieval in iterative information-seeking systems while keeping the surrounding framework unchanged.</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marL="0" indent="0" algn="ctr">
              <a:buNone/>
            </a:pPr>
            <a:r>
              <a:rPr lang="en-US" sz="2600" b="1" dirty="0">
                <a:solidFill>
                  <a:srgbClr val="020202"/>
                </a:solidFill>
                <a:latin typeface="Times New Roman" pitchFamily="34" charset="0"/>
                <a:ea typeface="Times New Roman" pitchFamily="34" charset="-122"/>
                <a:cs typeface="Times New Roman" pitchFamily="34" charset="-120"/>
              </a:rPr>
              <a:t>References</a:t>
            </a:r>
            <a:endParaRPr lang="en-US" sz="2600" dirty="0"/>
          </a:p>
        </p:txBody>
      </p:sp>
      <p:sp>
        <p:nvSpPr>
          <p:cNvPr id="3" name="Text 1"/>
          <p:cNvSpPr txBox="1"/>
          <p:nvPr/>
        </p:nvSpPr>
        <p:spPr>
          <a:xfrm>
            <a:off x="411480" y="1051560"/>
            <a:ext cx="8321040" cy="37490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150" dirty="0">
                <a:solidFill>
                  <a:srgbClr val="020202"/>
                </a:solidFill>
                <a:latin typeface="Times New Roman" pitchFamily="34" charset="0"/>
                <a:ea typeface="Times New Roman" pitchFamily="34" charset="-122"/>
                <a:cs typeface="Times New Roman" pitchFamily="34" charset="-120"/>
              </a:rPr>
              <a:t>[1] K. Wang, F. Duan, P. Li, S. Wang, and X. Cai, "LLMs know what they need: Leveraging a missing information guided framework to empower retrieval-augmented generation," in Proc. 31st Int. Conf. Computational Linguistics (COLING), 2025, pp. 2379-2400.</a:t>
            </a:r>
            <a:endParaRPr lang="en-US" sz="1150" dirty="0"/>
          </a:p>
          <a:p>
            <a:pPr marL="342900" indent="-342900">
              <a:lnSpc>
                <a:spcPct val="115000"/>
              </a:lnSpc>
              <a:spcAft>
                <a:spcPts val="1000"/>
              </a:spcAft>
              <a:buSzPct val="100000"/>
              <a:buChar char="•"/>
            </a:pPr>
            <a:r>
              <a:rPr lang="en-US" sz="1150" dirty="0">
                <a:solidFill>
                  <a:srgbClr val="020202"/>
                </a:solidFill>
                <a:latin typeface="Times New Roman" pitchFamily="34" charset="0"/>
                <a:ea typeface="Times New Roman" pitchFamily="34" charset="-122"/>
                <a:cs typeface="Times New Roman" pitchFamily="34" charset="-120"/>
              </a:rPr>
              <a:t>[2] M. Pickett, J. Hartman, A. K. Bhowmick, R. ul Alam, and A. Vempaty, "Better RAG using relevant information gain," arXiv:2407.12101, 2024.</a:t>
            </a:r>
            <a:endParaRPr lang="en-US" sz="1150" dirty="0"/>
          </a:p>
          <a:p>
            <a:pPr marL="342900" indent="-342900">
              <a:lnSpc>
                <a:spcPct val="115000"/>
              </a:lnSpc>
              <a:spcAft>
                <a:spcPts val="1000"/>
              </a:spcAft>
              <a:buSzPct val="100000"/>
              <a:buChar char="•"/>
            </a:pPr>
            <a:r>
              <a:rPr lang="en-US" sz="1150" dirty="0">
                <a:solidFill>
                  <a:srgbClr val="020202"/>
                </a:solidFill>
                <a:latin typeface="Times New Roman" pitchFamily="34" charset="0"/>
                <a:ea typeface="Times New Roman" pitchFamily="34" charset="-122"/>
                <a:cs typeface="Times New Roman" pitchFamily="34" charset="-120"/>
              </a:rPr>
              <a:t>[3] Z. Wang et al., "InfoGain-RAG: Boosting retrieval-augmented generation through document information gain-based reranking and filtering," in Proc. 2025 Conf. Empirical Methods in Natural Language Processing (EMNLP), 2025, pp. 7190-7204.</a:t>
            </a:r>
            <a:endParaRPr lang="en-US" sz="1150" dirty="0"/>
          </a:p>
          <a:p>
            <a:pPr marL="342900" indent="-342900">
              <a:lnSpc>
                <a:spcPct val="115000"/>
              </a:lnSpc>
              <a:spcAft>
                <a:spcPts val="1000"/>
              </a:spcAft>
              <a:buSzPct val="100000"/>
              <a:buChar char="•"/>
            </a:pPr>
            <a:r>
              <a:rPr lang="en-US" sz="1150" dirty="0">
                <a:solidFill>
                  <a:srgbClr val="020202"/>
                </a:solidFill>
                <a:latin typeface="Times New Roman" pitchFamily="34" charset="0"/>
                <a:ea typeface="Times New Roman" pitchFamily="34" charset="-122"/>
                <a:cs typeface="Times New Roman" pitchFamily="34" charset="-120"/>
              </a:rPr>
              <a:t>[4] J. Hwang, J. Park, H. Park, D. Kim, S. Park, and J. Ok, "Retrieval-augmented generation with estimation of source reliability," in Proc. 2025 Conf. Empirical Methods in Natural Language Processing (EMNLP), 2025, pp. 34279-34303.</a:t>
            </a:r>
            <a:endParaRPr lang="en-US" sz="1150" dirty="0"/>
          </a:p>
          <a:p>
            <a:pPr marL="342900" indent="-342900">
              <a:lnSpc>
                <a:spcPct val="115000"/>
              </a:lnSpc>
              <a:spcAft>
                <a:spcPts val="1000"/>
              </a:spcAft>
              <a:buSzPct val="100000"/>
              <a:buChar char="•"/>
            </a:pPr>
            <a:r>
              <a:rPr lang="en-US" sz="1150" dirty="0">
                <a:solidFill>
                  <a:srgbClr val="020202"/>
                </a:solidFill>
                <a:latin typeface="Times New Roman" pitchFamily="34" charset="0"/>
                <a:ea typeface="Times New Roman" pitchFamily="34" charset="-122"/>
                <a:cs typeface="Times New Roman" pitchFamily="34" charset="-120"/>
              </a:rPr>
              <a:t>[5] K. Santhanam, O. Khattab, J. Saad-Falcon, C. Potts, and M. Zaharia, "ColBERTv2: Effective and efficient retrieval via lightweight late interaction," in Proc. 2022 Conf. North American Chapter of the Association for Computational Linguistics (NAACL), 2022, pp. 3715-3734.</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2388</Words>
  <Application>Microsoft Office PowerPoint</Application>
  <PresentationFormat>On-screen Show (16:9)</PresentationFormat>
  <Paragraphs>288</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PT Serif</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user</cp:lastModifiedBy>
  <cp:revision>5</cp:revision>
  <dcterms:created xsi:type="dcterms:W3CDTF">2026-08-30T18:11:57Z</dcterms:created>
  <dcterms:modified xsi:type="dcterms:W3CDTF">2026-08-31T01:36:11Z</dcterms:modified>
</cp:coreProperties>
</file>